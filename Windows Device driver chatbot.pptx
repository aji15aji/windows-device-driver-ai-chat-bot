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66" r:id="rId4"/>
  </p:sldMasterIdLst>
  <p:notesMasterIdLst>
    <p:notesMasterId r:id="rId15"/>
  </p:notesMasterIdLst>
  <p:handoutMasterIdLst>
    <p:handoutMasterId r:id="rId16"/>
  </p:handoutMasterIdLst>
  <p:sldIdLst>
    <p:sldId id="314" r:id="rId5"/>
    <p:sldId id="315" r:id="rId6"/>
    <p:sldId id="316" r:id="rId7"/>
    <p:sldId id="318" r:id="rId8"/>
    <p:sldId id="327" r:id="rId9"/>
    <p:sldId id="326" r:id="rId10"/>
    <p:sldId id="319" r:id="rId11"/>
    <p:sldId id="320" r:id="rId12"/>
    <p:sldId id="328" r:id="rId13"/>
    <p:sldId id="309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360" userDrawn="1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3" name="Author" initials="A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9E6D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9D13293-A7BE-48ED-8640-9F19300E665C}" v="58" dt="2026-02-14T07:13:00.94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5388" autoAdjust="0"/>
  </p:normalViewPr>
  <p:slideViewPr>
    <p:cSldViewPr snapToGrid="0">
      <p:cViewPr>
        <p:scale>
          <a:sx n="90" d="100"/>
          <a:sy n="90" d="100"/>
        </p:scale>
        <p:origin x="355" y="110"/>
      </p:cViewPr>
      <p:guideLst>
        <p:guide orient="horz" pos="3360"/>
        <p:guide pos="3840"/>
      </p:guideLst>
    </p:cSldViewPr>
  </p:slideViewPr>
  <p:outlineViewPr>
    <p:cViewPr>
      <p:scale>
        <a:sx n="33" d="100"/>
        <a:sy n="33" d="100"/>
      </p:scale>
      <p:origin x="0" y="-12672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>
        <p:scale>
          <a:sx n="1" d="2"/>
          <a:sy n="1" d="2"/>
        </p:scale>
        <p:origin x="3480" y="55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commentAuthors" Target="commentAuthors.xml"/><Relationship Id="rId2" Type="http://schemas.openxmlformats.org/officeDocument/2006/relationships/customXml" Target="../customXml/item2.xml"/><Relationship Id="rId16" Type="http://schemas.openxmlformats.org/officeDocument/2006/relationships/handoutMaster" Target="handoutMasters/handoutMaster1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8/10/relationships/authors" Target="authors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23" Type="http://schemas.microsoft.com/office/2015/10/relationships/revisionInfo" Target="revisionInfo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jith Prabhakaran" userId="c6ec08924ebbde2e" providerId="LiveId" clId="{729EC8E9-DD6A-451B-B53A-410BB2BCA031}"/>
    <pc:docChg chg="undo custSel addSld delSld modSld">
      <pc:chgData name="Ajith Prabhakaran" userId="c6ec08924ebbde2e" providerId="LiveId" clId="{729EC8E9-DD6A-451B-B53A-410BB2BCA031}" dt="2026-02-14T07:13:59.525" v="638" actId="6549"/>
      <pc:docMkLst>
        <pc:docMk/>
      </pc:docMkLst>
      <pc:sldChg chg="modSp mod">
        <pc:chgData name="Ajith Prabhakaran" userId="c6ec08924ebbde2e" providerId="LiveId" clId="{729EC8E9-DD6A-451B-B53A-410BB2BCA031}" dt="2026-02-14T07:13:59.525" v="638" actId="6549"/>
        <pc:sldMkLst>
          <pc:docMk/>
          <pc:sldMk cId="769932640" sldId="309"/>
        </pc:sldMkLst>
        <pc:spChg chg="mod">
          <ac:chgData name="Ajith Prabhakaran" userId="c6ec08924ebbde2e" providerId="LiveId" clId="{729EC8E9-DD6A-451B-B53A-410BB2BCA031}" dt="2026-02-14T07:13:59.525" v="638" actId="6549"/>
          <ac:spMkLst>
            <pc:docMk/>
            <pc:sldMk cId="769932640" sldId="309"/>
            <ac:spMk id="10" creationId="{1F398FDD-E639-CF6A-B875-443655F2B31B}"/>
          </ac:spMkLst>
        </pc:spChg>
      </pc:sldChg>
      <pc:sldChg chg="modSp mod">
        <pc:chgData name="Ajith Prabhakaran" userId="c6ec08924ebbde2e" providerId="LiveId" clId="{729EC8E9-DD6A-451B-B53A-410BB2BCA031}" dt="2026-02-14T06:48:49.444" v="179" actId="20577"/>
        <pc:sldMkLst>
          <pc:docMk/>
          <pc:sldMk cId="542059410" sldId="315"/>
        </pc:sldMkLst>
        <pc:spChg chg="mod">
          <ac:chgData name="Ajith Prabhakaran" userId="c6ec08924ebbde2e" providerId="LiveId" clId="{729EC8E9-DD6A-451B-B53A-410BB2BCA031}" dt="2026-02-14T06:37:27.281" v="16" actId="20577"/>
          <ac:spMkLst>
            <pc:docMk/>
            <pc:sldMk cId="542059410" sldId="315"/>
            <ac:spMk id="3" creationId="{3474D05E-8A36-8D9F-519E-DB514A69D886}"/>
          </ac:spMkLst>
        </pc:spChg>
        <pc:spChg chg="mod">
          <ac:chgData name="Ajith Prabhakaran" userId="c6ec08924ebbde2e" providerId="LiveId" clId="{729EC8E9-DD6A-451B-B53A-410BB2BCA031}" dt="2026-02-14T06:48:49.444" v="179" actId="20577"/>
          <ac:spMkLst>
            <pc:docMk/>
            <pc:sldMk cId="542059410" sldId="315"/>
            <ac:spMk id="4" creationId="{B20C1E08-E337-110E-DB8E-41BA4A3341A1}"/>
          </ac:spMkLst>
        </pc:spChg>
      </pc:sldChg>
      <pc:sldChg chg="addSp delSp modSp mod">
        <pc:chgData name="Ajith Prabhakaran" userId="c6ec08924ebbde2e" providerId="LiveId" clId="{729EC8E9-DD6A-451B-B53A-410BB2BCA031}" dt="2026-02-14T07:08:51.566" v="447" actId="931"/>
        <pc:sldMkLst>
          <pc:docMk/>
          <pc:sldMk cId="4293742996" sldId="316"/>
        </pc:sldMkLst>
        <pc:spChg chg="mod">
          <ac:chgData name="Ajith Prabhakaran" userId="c6ec08924ebbde2e" providerId="LiveId" clId="{729EC8E9-DD6A-451B-B53A-410BB2BCA031}" dt="2026-02-14T06:49:33.353" v="196" actId="20577"/>
          <ac:spMkLst>
            <pc:docMk/>
            <pc:sldMk cId="4293742996" sldId="316"/>
            <ac:spMk id="2" creationId="{6A36FD5F-786B-1974-5F47-94CA02CFA6E5}"/>
          </ac:spMkLst>
        </pc:spChg>
        <pc:spChg chg="add del mod">
          <ac:chgData name="Ajith Prabhakaran" userId="c6ec08924ebbde2e" providerId="LiveId" clId="{729EC8E9-DD6A-451B-B53A-410BB2BCA031}" dt="2026-02-14T07:02:58.654" v="434" actId="931"/>
          <ac:spMkLst>
            <pc:docMk/>
            <pc:sldMk cId="4293742996" sldId="316"/>
            <ac:spMk id="4" creationId="{06DF0E63-41D0-9A30-AABB-9EC9C8CF9348}"/>
          </ac:spMkLst>
        </pc:spChg>
        <pc:spChg chg="add mod">
          <ac:chgData name="Ajith Prabhakaran" userId="c6ec08924ebbde2e" providerId="LiveId" clId="{729EC8E9-DD6A-451B-B53A-410BB2BCA031}" dt="2026-02-14T07:00:57.870" v="425" actId="931"/>
          <ac:spMkLst>
            <pc:docMk/>
            <pc:sldMk cId="4293742996" sldId="316"/>
            <ac:spMk id="7" creationId="{DD3F04BD-A71D-B7B4-3D25-657AF5F46140}"/>
          </ac:spMkLst>
        </pc:spChg>
        <pc:spChg chg="add del mod">
          <ac:chgData name="Ajith Prabhakaran" userId="c6ec08924ebbde2e" providerId="LiveId" clId="{729EC8E9-DD6A-451B-B53A-410BB2BCA031}" dt="2026-02-14T07:08:03.092" v="445" actId="931"/>
          <ac:spMkLst>
            <pc:docMk/>
            <pc:sldMk cId="4293742996" sldId="316"/>
            <ac:spMk id="11" creationId="{A0ACE2F8-4CC2-5741-F872-6C38B8C60360}"/>
          </ac:spMkLst>
        </pc:spChg>
        <pc:spChg chg="add del mod">
          <ac:chgData name="Ajith Prabhakaran" userId="c6ec08924ebbde2e" providerId="LiveId" clId="{729EC8E9-DD6A-451B-B53A-410BB2BCA031}" dt="2026-02-14T07:08:51.566" v="447" actId="931"/>
          <ac:spMkLst>
            <pc:docMk/>
            <pc:sldMk cId="4293742996" sldId="316"/>
            <ac:spMk id="18" creationId="{BB15439D-DC6D-1D27-1C84-96C5F620B176}"/>
          </ac:spMkLst>
        </pc:spChg>
        <pc:picChg chg="add mod">
          <ac:chgData name="Ajith Prabhakaran" userId="c6ec08924ebbde2e" providerId="LiveId" clId="{729EC8E9-DD6A-451B-B53A-410BB2BCA031}" dt="2026-02-14T07:00:57.870" v="425" actId="931"/>
          <ac:picMkLst>
            <pc:docMk/>
            <pc:sldMk cId="4293742996" sldId="316"/>
            <ac:picMk id="6" creationId="{8E8BC59C-20BF-C34D-CB17-B4F9F3CD269B}"/>
          </ac:picMkLst>
        </pc:picChg>
        <pc:picChg chg="add del mod ord">
          <ac:chgData name="Ajith Prabhakaran" userId="c6ec08924ebbde2e" providerId="LiveId" clId="{729EC8E9-DD6A-451B-B53A-410BB2BCA031}" dt="2026-02-14T07:06:53.555" v="444" actId="478"/>
          <ac:picMkLst>
            <pc:docMk/>
            <pc:sldMk cId="4293742996" sldId="316"/>
            <ac:picMk id="9" creationId="{7E4FA12C-2053-921F-B43F-0C1CEA4D836E}"/>
          </ac:picMkLst>
        </pc:picChg>
        <pc:picChg chg="add del mod">
          <ac:chgData name="Ajith Prabhakaran" userId="c6ec08924ebbde2e" providerId="LiveId" clId="{729EC8E9-DD6A-451B-B53A-410BB2BCA031}" dt="2026-02-14T07:08:09.273" v="446" actId="478"/>
          <ac:picMkLst>
            <pc:docMk/>
            <pc:sldMk cId="4293742996" sldId="316"/>
            <ac:picMk id="13" creationId="{D9A2F103-BE17-B3B7-DA00-763500913721}"/>
          </ac:picMkLst>
        </pc:picChg>
        <pc:picChg chg="del">
          <ac:chgData name="Ajith Prabhakaran" userId="c6ec08924ebbde2e" providerId="LiveId" clId="{729EC8E9-DD6A-451B-B53A-410BB2BCA031}" dt="2026-02-14T07:00:00.585" v="422" actId="478"/>
          <ac:picMkLst>
            <pc:docMk/>
            <pc:sldMk cId="4293742996" sldId="316"/>
            <ac:picMk id="14" creationId="{F28819F3-7D3B-EB42-24FD-3C0BBC5963B5}"/>
          </ac:picMkLst>
        </pc:picChg>
        <pc:picChg chg="add del mod">
          <ac:chgData name="Ajith Prabhakaran" userId="c6ec08924ebbde2e" providerId="LiveId" clId="{729EC8E9-DD6A-451B-B53A-410BB2BCA031}" dt="2026-02-14T07:08:09.273" v="446" actId="478"/>
          <ac:picMkLst>
            <pc:docMk/>
            <pc:sldMk cId="4293742996" sldId="316"/>
            <ac:picMk id="16" creationId="{D3BA842A-19E2-DEE2-1495-F1FB63CF4FF5}"/>
          </ac:picMkLst>
        </pc:picChg>
        <pc:picChg chg="add mod">
          <ac:chgData name="Ajith Prabhakaran" userId="c6ec08924ebbde2e" providerId="LiveId" clId="{729EC8E9-DD6A-451B-B53A-410BB2BCA031}" dt="2026-02-14T07:08:51.566" v="447" actId="931"/>
          <ac:picMkLst>
            <pc:docMk/>
            <pc:sldMk cId="4293742996" sldId="316"/>
            <ac:picMk id="20" creationId="{102FC9E5-DF1C-6749-E40C-42936B9A2454}"/>
          </ac:picMkLst>
        </pc:picChg>
      </pc:sldChg>
      <pc:sldChg chg="del">
        <pc:chgData name="Ajith Prabhakaran" userId="c6ec08924ebbde2e" providerId="LiveId" clId="{729EC8E9-DD6A-451B-B53A-410BB2BCA031}" dt="2026-02-14T06:49:36.393" v="197" actId="47"/>
        <pc:sldMkLst>
          <pc:docMk/>
          <pc:sldMk cId="56176599" sldId="317"/>
        </pc:sldMkLst>
      </pc:sldChg>
      <pc:sldChg chg="addSp delSp modSp mod">
        <pc:chgData name="Ajith Prabhakaran" userId="c6ec08924ebbde2e" providerId="LiveId" clId="{729EC8E9-DD6A-451B-B53A-410BB2BCA031}" dt="2026-02-14T06:52:19.989" v="245" actId="14100"/>
        <pc:sldMkLst>
          <pc:docMk/>
          <pc:sldMk cId="412000632" sldId="318"/>
        </pc:sldMkLst>
        <pc:spChg chg="mod">
          <ac:chgData name="Ajith Prabhakaran" userId="c6ec08924ebbde2e" providerId="LiveId" clId="{729EC8E9-DD6A-451B-B53A-410BB2BCA031}" dt="2026-02-14T06:50:19.472" v="217" actId="20577"/>
          <ac:spMkLst>
            <pc:docMk/>
            <pc:sldMk cId="412000632" sldId="318"/>
            <ac:spMk id="2" creationId="{018E4F0B-A6EB-861C-1C34-CAA9BDE47858}"/>
          </ac:spMkLst>
        </pc:spChg>
        <pc:spChg chg="add del mod">
          <ac:chgData name="Ajith Prabhakaran" userId="c6ec08924ebbde2e" providerId="LiveId" clId="{729EC8E9-DD6A-451B-B53A-410BB2BCA031}" dt="2026-02-14T06:52:19.989" v="245" actId="14100"/>
          <ac:spMkLst>
            <pc:docMk/>
            <pc:sldMk cId="412000632" sldId="318"/>
            <ac:spMk id="3" creationId="{59F97739-E0DF-24F3-7886-013A799A52C3}"/>
          </ac:spMkLst>
        </pc:spChg>
        <pc:spChg chg="add mod">
          <ac:chgData name="Ajith Prabhakaran" userId="c6ec08924ebbde2e" providerId="LiveId" clId="{729EC8E9-DD6A-451B-B53A-410BB2BCA031}" dt="2026-02-14T06:51:13.894" v="225"/>
          <ac:spMkLst>
            <pc:docMk/>
            <pc:sldMk cId="412000632" sldId="318"/>
            <ac:spMk id="5" creationId="{44783230-956D-0AFE-8EC9-CA63A6C2BA62}"/>
          </ac:spMkLst>
        </pc:spChg>
        <pc:spChg chg="add mod">
          <ac:chgData name="Ajith Prabhakaran" userId="c6ec08924ebbde2e" providerId="LiveId" clId="{729EC8E9-DD6A-451B-B53A-410BB2BCA031}" dt="2026-02-14T06:51:25.590" v="229"/>
          <ac:spMkLst>
            <pc:docMk/>
            <pc:sldMk cId="412000632" sldId="318"/>
            <ac:spMk id="6" creationId="{1D11FAAF-DC72-9D58-B5E4-428B6D845930}"/>
          </ac:spMkLst>
        </pc:spChg>
        <pc:spChg chg="add mod">
          <ac:chgData name="Ajith Prabhakaran" userId="c6ec08924ebbde2e" providerId="LiveId" clId="{729EC8E9-DD6A-451B-B53A-410BB2BCA031}" dt="2026-02-14T06:51:27.991" v="231"/>
          <ac:spMkLst>
            <pc:docMk/>
            <pc:sldMk cId="412000632" sldId="318"/>
            <ac:spMk id="7" creationId="{88C6A51F-604E-8F3A-8870-77EE156CD6E1}"/>
          </ac:spMkLst>
        </pc:spChg>
      </pc:sldChg>
      <pc:sldChg chg="addSp delSp modSp mod">
        <pc:chgData name="Ajith Prabhakaran" userId="c6ec08924ebbde2e" providerId="LiveId" clId="{729EC8E9-DD6A-451B-B53A-410BB2BCA031}" dt="2026-02-14T07:09:51.376" v="449" actId="931"/>
        <pc:sldMkLst>
          <pc:docMk/>
          <pc:sldMk cId="1760417424" sldId="319"/>
        </pc:sldMkLst>
        <pc:spChg chg="mod">
          <ac:chgData name="Ajith Prabhakaran" userId="c6ec08924ebbde2e" providerId="LiveId" clId="{729EC8E9-DD6A-451B-B53A-410BB2BCA031}" dt="2026-02-14T06:59:44.435" v="421" actId="20577"/>
          <ac:spMkLst>
            <pc:docMk/>
            <pc:sldMk cId="1760417424" sldId="319"/>
            <ac:spMk id="2" creationId="{14808221-C29B-07A3-B569-B8B466B1020B}"/>
          </ac:spMkLst>
        </pc:spChg>
        <pc:spChg chg="mod">
          <ac:chgData name="Ajith Prabhakaran" userId="c6ec08924ebbde2e" providerId="LiveId" clId="{729EC8E9-DD6A-451B-B53A-410BB2BCA031}" dt="2026-02-14T06:59:37.514" v="410" actId="20577"/>
          <ac:spMkLst>
            <pc:docMk/>
            <pc:sldMk cId="1760417424" sldId="319"/>
            <ac:spMk id="3" creationId="{D6BEA7D4-8B96-5A0E-252E-6B8E8B1CF178}"/>
          </ac:spMkLst>
        </pc:spChg>
        <pc:spChg chg="add del mod">
          <ac:chgData name="Ajith Prabhakaran" userId="c6ec08924ebbde2e" providerId="LiveId" clId="{729EC8E9-DD6A-451B-B53A-410BB2BCA031}" dt="2026-02-14T07:09:51.376" v="449" actId="931"/>
          <ac:spMkLst>
            <pc:docMk/>
            <pc:sldMk cId="1760417424" sldId="319"/>
            <ac:spMk id="6" creationId="{9DB7269C-D616-F864-484B-6DC6BC26F6EE}"/>
          </ac:spMkLst>
        </pc:spChg>
        <pc:picChg chg="del">
          <ac:chgData name="Ajith Prabhakaran" userId="c6ec08924ebbde2e" providerId="LiveId" clId="{729EC8E9-DD6A-451B-B53A-410BB2BCA031}" dt="2026-02-14T07:09:07.287" v="448" actId="478"/>
          <ac:picMkLst>
            <pc:docMk/>
            <pc:sldMk cId="1760417424" sldId="319"/>
            <ac:picMk id="5" creationId="{EE30546E-D63D-6DD8-4DA7-41DD51A44C2F}"/>
          </ac:picMkLst>
        </pc:picChg>
        <pc:picChg chg="add mod">
          <ac:chgData name="Ajith Prabhakaran" userId="c6ec08924ebbde2e" providerId="LiveId" clId="{729EC8E9-DD6A-451B-B53A-410BB2BCA031}" dt="2026-02-14T07:09:51.376" v="449" actId="931"/>
          <ac:picMkLst>
            <pc:docMk/>
            <pc:sldMk cId="1760417424" sldId="319"/>
            <ac:picMk id="8" creationId="{AB353C36-3384-A4CC-BA19-76FBD81039FE}"/>
          </ac:picMkLst>
        </pc:picChg>
      </pc:sldChg>
      <pc:sldChg chg="addSp delSp modSp mod">
        <pc:chgData name="Ajith Prabhakaran" userId="c6ec08924ebbde2e" providerId="LiveId" clId="{729EC8E9-DD6A-451B-B53A-410BB2BCA031}" dt="2026-02-14T07:11:27.072" v="503" actId="478"/>
        <pc:sldMkLst>
          <pc:docMk/>
          <pc:sldMk cId="430403476" sldId="320"/>
        </pc:sldMkLst>
        <pc:spChg chg="mod">
          <ac:chgData name="Ajith Prabhakaran" userId="c6ec08924ebbde2e" providerId="LiveId" clId="{729EC8E9-DD6A-451B-B53A-410BB2BCA031}" dt="2026-02-14T07:10:28.958" v="486" actId="20577"/>
          <ac:spMkLst>
            <pc:docMk/>
            <pc:sldMk cId="430403476" sldId="320"/>
            <ac:spMk id="2" creationId="{F992D586-3F7C-3202-E4F4-1F65B9A7D428}"/>
          </ac:spMkLst>
        </pc:spChg>
        <pc:spChg chg="add del mod">
          <ac:chgData name="Ajith Prabhakaran" userId="c6ec08924ebbde2e" providerId="LiveId" clId="{729EC8E9-DD6A-451B-B53A-410BB2BCA031}" dt="2026-02-14T07:11:21.625" v="502" actId="20577"/>
          <ac:spMkLst>
            <pc:docMk/>
            <pc:sldMk cId="430403476" sldId="320"/>
            <ac:spMk id="3" creationId="{375DADF2-8E4D-6C0E-0FA2-C5228AF29C1D}"/>
          </ac:spMkLst>
        </pc:spChg>
        <pc:spChg chg="del mod">
          <ac:chgData name="Ajith Prabhakaran" userId="c6ec08924ebbde2e" providerId="LiveId" clId="{729EC8E9-DD6A-451B-B53A-410BB2BCA031}" dt="2026-02-14T07:11:27.072" v="503" actId="478"/>
          <ac:spMkLst>
            <pc:docMk/>
            <pc:sldMk cId="430403476" sldId="320"/>
            <ac:spMk id="4" creationId="{2CFADA2D-CE7A-511E-45B9-EAF4FA520E34}"/>
          </ac:spMkLst>
        </pc:spChg>
        <pc:spChg chg="add mod">
          <ac:chgData name="Ajith Prabhakaran" userId="c6ec08924ebbde2e" providerId="LiveId" clId="{729EC8E9-DD6A-451B-B53A-410BB2BCA031}" dt="2026-02-14T07:10:49.335" v="491"/>
          <ac:spMkLst>
            <pc:docMk/>
            <pc:sldMk cId="430403476" sldId="320"/>
            <ac:spMk id="6" creationId="{44829A61-83AE-D38E-7033-97AD615488C7}"/>
          </ac:spMkLst>
        </pc:spChg>
        <pc:spChg chg="add mod">
          <ac:chgData name="Ajith Prabhakaran" userId="c6ec08924ebbde2e" providerId="LiveId" clId="{729EC8E9-DD6A-451B-B53A-410BB2BCA031}" dt="2026-02-14T07:11:05.523" v="493"/>
          <ac:spMkLst>
            <pc:docMk/>
            <pc:sldMk cId="430403476" sldId="320"/>
            <ac:spMk id="7" creationId="{0CA496A6-8847-D6F4-4D8B-E1376DA5E2E3}"/>
          </ac:spMkLst>
        </pc:spChg>
        <pc:spChg chg="add mod">
          <ac:chgData name="Ajith Prabhakaran" userId="c6ec08924ebbde2e" providerId="LiveId" clId="{729EC8E9-DD6A-451B-B53A-410BB2BCA031}" dt="2026-02-14T07:11:10.778" v="497"/>
          <ac:spMkLst>
            <pc:docMk/>
            <pc:sldMk cId="430403476" sldId="320"/>
            <ac:spMk id="8" creationId="{2C788A5B-FC08-9C05-5941-A317DD1B55CE}"/>
          </ac:spMkLst>
        </pc:spChg>
      </pc:sldChg>
      <pc:sldChg chg="del">
        <pc:chgData name="Ajith Prabhakaran" userId="c6ec08924ebbde2e" providerId="LiveId" clId="{729EC8E9-DD6A-451B-B53A-410BB2BCA031}" dt="2026-02-14T07:11:49.033" v="505" actId="47"/>
        <pc:sldMkLst>
          <pc:docMk/>
          <pc:sldMk cId="569699605" sldId="321"/>
        </pc:sldMkLst>
      </pc:sldChg>
      <pc:sldChg chg="del">
        <pc:chgData name="Ajith Prabhakaran" userId="c6ec08924ebbde2e" providerId="LiveId" clId="{729EC8E9-DD6A-451B-B53A-410BB2BCA031}" dt="2026-02-14T07:13:23.809" v="565" actId="47"/>
        <pc:sldMkLst>
          <pc:docMk/>
          <pc:sldMk cId="1517447069" sldId="322"/>
        </pc:sldMkLst>
      </pc:sldChg>
      <pc:sldChg chg="del">
        <pc:chgData name="Ajith Prabhakaran" userId="c6ec08924ebbde2e" providerId="LiveId" clId="{729EC8E9-DD6A-451B-B53A-410BB2BCA031}" dt="2026-02-14T07:13:24.674" v="566" actId="47"/>
        <pc:sldMkLst>
          <pc:docMk/>
          <pc:sldMk cId="2149261472" sldId="323"/>
        </pc:sldMkLst>
      </pc:sldChg>
      <pc:sldChg chg="del">
        <pc:chgData name="Ajith Prabhakaran" userId="c6ec08924ebbde2e" providerId="LiveId" clId="{729EC8E9-DD6A-451B-B53A-410BB2BCA031}" dt="2026-02-14T07:13:25.222" v="567" actId="47"/>
        <pc:sldMkLst>
          <pc:docMk/>
          <pc:sldMk cId="2398406067" sldId="324"/>
        </pc:sldMkLst>
      </pc:sldChg>
      <pc:sldChg chg="del">
        <pc:chgData name="Ajith Prabhakaran" userId="c6ec08924ebbde2e" providerId="LiveId" clId="{729EC8E9-DD6A-451B-B53A-410BB2BCA031}" dt="2026-02-14T07:13:25.823" v="568" actId="47"/>
        <pc:sldMkLst>
          <pc:docMk/>
          <pc:sldMk cId="2323500703" sldId="325"/>
        </pc:sldMkLst>
      </pc:sldChg>
      <pc:sldChg chg="addSp delSp modSp add mod">
        <pc:chgData name="Ajith Prabhakaran" userId="c6ec08924ebbde2e" providerId="LiveId" clId="{729EC8E9-DD6A-451B-B53A-410BB2BCA031}" dt="2026-02-14T06:58:48.521" v="366" actId="113"/>
        <pc:sldMkLst>
          <pc:docMk/>
          <pc:sldMk cId="3727206687" sldId="326"/>
        </pc:sldMkLst>
        <pc:spChg chg="mod">
          <ac:chgData name="Ajith Prabhakaran" userId="c6ec08924ebbde2e" providerId="LiveId" clId="{729EC8E9-DD6A-451B-B53A-410BB2BCA031}" dt="2026-02-14T06:56:27.674" v="333" actId="20577"/>
          <ac:spMkLst>
            <pc:docMk/>
            <pc:sldMk cId="3727206687" sldId="326"/>
            <ac:spMk id="2" creationId="{ADB8EF80-E55C-CDE9-2429-271A566E74C0}"/>
          </ac:spMkLst>
        </pc:spChg>
        <pc:spChg chg="add del mod">
          <ac:chgData name="Ajith Prabhakaran" userId="c6ec08924ebbde2e" providerId="LiveId" clId="{729EC8E9-DD6A-451B-B53A-410BB2BCA031}" dt="2026-02-14T06:58:48.521" v="366" actId="113"/>
          <ac:spMkLst>
            <pc:docMk/>
            <pc:sldMk cId="3727206687" sldId="326"/>
            <ac:spMk id="3" creationId="{3359E973-9311-4CBA-A830-7CB0FD696DA4}"/>
          </ac:spMkLst>
        </pc:spChg>
        <pc:spChg chg="add">
          <ac:chgData name="Ajith Prabhakaran" userId="c6ec08924ebbde2e" providerId="LiveId" clId="{729EC8E9-DD6A-451B-B53A-410BB2BCA031}" dt="2026-02-14T06:56:21.531" v="315"/>
          <ac:spMkLst>
            <pc:docMk/>
            <pc:sldMk cId="3727206687" sldId="326"/>
            <ac:spMk id="5" creationId="{32FAB851-D293-6A9C-704F-42035964AD06}"/>
          </ac:spMkLst>
        </pc:spChg>
        <pc:spChg chg="add mod">
          <ac:chgData name="Ajith Prabhakaran" userId="c6ec08924ebbde2e" providerId="LiveId" clId="{729EC8E9-DD6A-451B-B53A-410BB2BCA031}" dt="2026-02-14T06:57:14.544" v="338"/>
          <ac:spMkLst>
            <pc:docMk/>
            <pc:sldMk cId="3727206687" sldId="326"/>
            <ac:spMk id="6" creationId="{D2BBC4CC-9C00-96CB-B091-CCE62A87D045}"/>
          </ac:spMkLst>
        </pc:spChg>
        <pc:spChg chg="add mod">
          <ac:chgData name="Ajith Prabhakaran" userId="c6ec08924ebbde2e" providerId="LiveId" clId="{729EC8E9-DD6A-451B-B53A-410BB2BCA031}" dt="2026-02-14T06:57:19.004" v="342"/>
          <ac:spMkLst>
            <pc:docMk/>
            <pc:sldMk cId="3727206687" sldId="326"/>
            <ac:spMk id="7" creationId="{A38E942D-0821-50E8-03F1-D05C65A2FBE4}"/>
          </ac:spMkLst>
        </pc:spChg>
      </pc:sldChg>
      <pc:sldChg chg="addSp delSp modSp add mod">
        <pc:chgData name="Ajith Prabhakaran" userId="c6ec08924ebbde2e" providerId="LiveId" clId="{729EC8E9-DD6A-451B-B53A-410BB2BCA031}" dt="2026-02-14T06:55:29.441" v="314" actId="255"/>
        <pc:sldMkLst>
          <pc:docMk/>
          <pc:sldMk cId="208589570" sldId="327"/>
        </pc:sldMkLst>
        <pc:spChg chg="mod">
          <ac:chgData name="Ajith Prabhakaran" userId="c6ec08924ebbde2e" providerId="LiveId" clId="{729EC8E9-DD6A-451B-B53A-410BB2BCA031}" dt="2026-02-14T06:52:54.909" v="263" actId="20577"/>
          <ac:spMkLst>
            <pc:docMk/>
            <pc:sldMk cId="208589570" sldId="327"/>
            <ac:spMk id="2" creationId="{E1C6969F-4190-9796-9A25-9F03EA5C56B9}"/>
          </ac:spMkLst>
        </pc:spChg>
        <pc:spChg chg="add del mod">
          <ac:chgData name="Ajith Prabhakaran" userId="c6ec08924ebbde2e" providerId="LiveId" clId="{729EC8E9-DD6A-451B-B53A-410BB2BCA031}" dt="2026-02-14T06:53:26.054" v="267"/>
          <ac:spMkLst>
            <pc:docMk/>
            <pc:sldMk cId="208589570" sldId="327"/>
            <ac:spMk id="3" creationId="{843D125B-B982-EFB0-ADAE-1D2EA5EBB278}"/>
          </ac:spMkLst>
        </pc:spChg>
        <pc:spChg chg="add mod">
          <ac:chgData name="Ajith Prabhakaran" userId="c6ec08924ebbde2e" providerId="LiveId" clId="{729EC8E9-DD6A-451B-B53A-410BB2BCA031}" dt="2026-02-14T06:53:16.412" v="266"/>
          <ac:spMkLst>
            <pc:docMk/>
            <pc:sldMk cId="208589570" sldId="327"/>
            <ac:spMk id="5" creationId="{D0454748-92E4-8B71-1074-6D7738D81BAB}"/>
          </ac:spMkLst>
        </pc:spChg>
        <pc:spChg chg="add mod">
          <ac:chgData name="Ajith Prabhakaran" userId="c6ec08924ebbde2e" providerId="LiveId" clId="{729EC8E9-DD6A-451B-B53A-410BB2BCA031}" dt="2026-02-14T06:55:29.441" v="314" actId="255"/>
          <ac:spMkLst>
            <pc:docMk/>
            <pc:sldMk cId="208589570" sldId="327"/>
            <ac:spMk id="6" creationId="{1BF8CA07-B03E-5023-9839-4189FC438241}"/>
          </ac:spMkLst>
        </pc:spChg>
      </pc:sldChg>
      <pc:sldChg chg="addSp delSp modSp add mod">
        <pc:chgData name="Ajith Prabhakaran" userId="c6ec08924ebbde2e" providerId="LiveId" clId="{729EC8E9-DD6A-451B-B53A-410BB2BCA031}" dt="2026-02-14T07:13:17.761" v="564" actId="14100"/>
        <pc:sldMkLst>
          <pc:docMk/>
          <pc:sldMk cId="991265473" sldId="328"/>
        </pc:sldMkLst>
        <pc:spChg chg="mod">
          <ac:chgData name="Ajith Prabhakaran" userId="c6ec08924ebbde2e" providerId="LiveId" clId="{729EC8E9-DD6A-451B-B53A-410BB2BCA031}" dt="2026-02-14T07:12:16.147" v="548" actId="20577"/>
          <ac:spMkLst>
            <pc:docMk/>
            <pc:sldMk cId="991265473" sldId="328"/>
            <ac:spMk id="2" creationId="{CC3F4DAB-C155-1A28-5C3B-96D09994528E}"/>
          </ac:spMkLst>
        </pc:spChg>
        <pc:spChg chg="add del mod">
          <ac:chgData name="Ajith Prabhakaran" userId="c6ec08924ebbde2e" providerId="LiveId" clId="{729EC8E9-DD6A-451B-B53A-410BB2BCA031}" dt="2026-02-14T07:13:17.761" v="564" actId="14100"/>
          <ac:spMkLst>
            <pc:docMk/>
            <pc:sldMk cId="991265473" sldId="328"/>
            <ac:spMk id="3" creationId="{04BD927E-9F57-3DCE-449D-07EF6468652C}"/>
          </ac:spMkLst>
        </pc:spChg>
        <pc:spChg chg="add">
          <ac:chgData name="Ajith Prabhakaran" userId="c6ec08924ebbde2e" providerId="LiveId" clId="{729EC8E9-DD6A-451B-B53A-410BB2BCA031}" dt="2026-02-14T07:12:45.795" v="552"/>
          <ac:spMkLst>
            <pc:docMk/>
            <pc:sldMk cId="991265473" sldId="328"/>
            <ac:spMk id="4" creationId="{0EE9FBEE-D552-3746-B44F-73EEAAC736F9}"/>
          </ac:spMkLst>
        </pc:spChg>
        <pc:spChg chg="add mod">
          <ac:chgData name="Ajith Prabhakaran" userId="c6ec08924ebbde2e" providerId="LiveId" clId="{729EC8E9-DD6A-451B-B53A-410BB2BCA031}" dt="2026-02-14T07:12:57.643" v="554"/>
          <ac:spMkLst>
            <pc:docMk/>
            <pc:sldMk cId="991265473" sldId="328"/>
            <ac:spMk id="6" creationId="{5B46A347-860C-D13D-99EC-6496226A5D55}"/>
          </ac:spMkLst>
        </pc:spChg>
        <pc:spChg chg="add mod">
          <ac:chgData name="Ajith Prabhakaran" userId="c6ec08924ebbde2e" providerId="LiveId" clId="{729EC8E9-DD6A-451B-B53A-410BB2BCA031}" dt="2026-02-14T07:13:00.930" v="558"/>
          <ac:spMkLst>
            <pc:docMk/>
            <pc:sldMk cId="991265473" sldId="328"/>
            <ac:spMk id="7" creationId="{AE75150F-009B-6281-AF9E-943C400EE33A}"/>
          </ac:spMkLst>
        </pc:spChg>
      </pc:sldChg>
      <pc:sldChg chg="add del">
        <pc:chgData name="Ajith Prabhakaran" userId="c6ec08924ebbde2e" providerId="LiveId" clId="{729EC8E9-DD6A-451B-B53A-410BB2BCA031}" dt="2026-02-14T07:12:37.414" v="551"/>
        <pc:sldMkLst>
          <pc:docMk/>
          <pc:sldMk cId="1136917015" sldId="329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3F6ED8B-CF52-4A64-BACC-61D9C1041E0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D7022B2-02C5-4E03-99BC-0BA3C57AC49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352A77B-D33C-49B3-A83C-450AA2ED72B3}" type="datetimeFigureOut">
              <a:rPr lang="en-US" smtClean="0"/>
              <a:t>2/14/2026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C3FEE8C-8D38-4F2A-950E-071C6823E27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567A6D-959B-4552-AB8D-4CCA819CAA7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BF9A36D-7FAC-478F-9944-F324014F6FD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246769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38D8F9A-F5CB-4EF8-A859-ED5E107B9763}" type="datetimeFigureOut">
              <a:rPr lang="en-US" smtClean="0"/>
              <a:t>2/14/2026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4B9A9E5-4F7F-4A7D-9DE1-89923232926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77831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B9A9E5-4F7F-4A7D-9DE1-899232329269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913785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B9A9E5-4F7F-4A7D-9DE1-899232329269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896935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B9A9E5-4F7F-4A7D-9DE1-899232329269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855054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B9A9E5-4F7F-4A7D-9DE1-899232329269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124206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B99EB7-4D65-6689-68BA-BFC467844B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B1264DB-062D-DA09-664E-02D8163561C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5CD8EC4-BBE2-5D9F-056E-D9A251EC3E8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B118B2-4219-72B1-78B8-A6DD8ED942B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B9A9E5-4F7F-4A7D-9DE1-899232329269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57785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288B16-4392-CFA8-91ED-76DC339DD0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76A351B-0792-4AB3-DBA6-270CFEA6C9A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5E450CE-557C-55D1-D696-87F71FD31E4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031360-E754-59C7-E4FD-39D5D3A586C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B9A9E5-4F7F-4A7D-9DE1-899232329269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990058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B9A9E5-4F7F-4A7D-9DE1-899232329269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647280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B9A9E5-4F7F-4A7D-9DE1-899232329269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512655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F87845-DE5C-944F-BEA9-BB75746224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DC6DF98-CFD4-EAE3-1165-E032808B65C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32DED0A-074E-1447-4364-01A83F3BDAE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2B7BE1-134E-52A4-8908-EB9D5D82D1C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B9A9E5-4F7F-4A7D-9DE1-899232329269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798468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B9A9E5-4F7F-4A7D-9DE1-899232329269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299665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2.svg"/><Relationship Id="rId4" Type="http://schemas.openxmlformats.org/officeDocument/2006/relationships/image" Target="../media/image11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8.svg"/><Relationship Id="rId4" Type="http://schemas.openxmlformats.org/officeDocument/2006/relationships/image" Target="../media/image17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1.svg"/><Relationship Id="rId4" Type="http://schemas.openxmlformats.org/officeDocument/2006/relationships/image" Target="../media/image20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svg"/><Relationship Id="rId2" Type="http://schemas.openxmlformats.org/officeDocument/2006/relationships/image" Target="../media/image2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svg"/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4.svg"/><Relationship Id="rId4" Type="http://schemas.openxmlformats.org/officeDocument/2006/relationships/image" Target="../media/image15.pn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svg"/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svg"/><Relationship Id="rId2" Type="http://schemas.openxmlformats.org/officeDocument/2006/relationships/image" Target="../media/image25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874996-9779-1D0F-B5C6-7FE85FFF1EF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0" y="2773681"/>
            <a:ext cx="5674360" cy="3200400"/>
          </a:xfrm>
        </p:spPr>
        <p:txBody>
          <a:bodyPr anchor="b">
            <a:normAutofit/>
          </a:bodyPr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96B97173-A601-1D66-1651-4FE0D76A0B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8454" t="1728"/>
          <a:stretch/>
        </p:blipFill>
        <p:spPr>
          <a:xfrm>
            <a:off x="-1" y="0"/>
            <a:ext cx="8264995" cy="53201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08473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raphic 8">
            <a:extLst>
              <a:ext uri="{FF2B5EF4-FFF2-40B4-BE49-F238E27FC236}">
                <a16:creationId xmlns:a16="http://schemas.microsoft.com/office/drawing/2014/main" id="{0DFB311A-EAAD-7656-C753-E8C7399485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44533" t="18691" r="1" b="-131"/>
          <a:stretch/>
        </p:blipFill>
        <p:spPr>
          <a:xfrm rot="5400000">
            <a:off x="7851419" y="-1244552"/>
            <a:ext cx="3096029" cy="5585137"/>
          </a:xfrm>
          <a:custGeom>
            <a:avLst/>
            <a:gdLst>
              <a:gd name="connsiteX0" fmla="*/ 0 w 1756624"/>
              <a:gd name="connsiteY0" fmla="*/ 0 h 6858000"/>
              <a:gd name="connsiteX1" fmla="*/ 1756624 w 1756624"/>
              <a:gd name="connsiteY1" fmla="*/ 0 h 6858000"/>
              <a:gd name="connsiteX2" fmla="*/ 1756624 w 1756624"/>
              <a:gd name="connsiteY2" fmla="*/ 6858000 h 6858000"/>
              <a:gd name="connsiteX3" fmla="*/ 0 w 1756624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56624" h="6858000">
                <a:moveTo>
                  <a:pt x="0" y="0"/>
                </a:moveTo>
                <a:lnTo>
                  <a:pt x="1756624" y="0"/>
                </a:lnTo>
                <a:lnTo>
                  <a:pt x="1756624" y="6858000"/>
                </a:lnTo>
                <a:lnTo>
                  <a:pt x="0" y="6858000"/>
                </a:lnTo>
                <a:close/>
              </a:path>
            </a:pathLst>
          </a:cu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1612F0DE-D367-10BB-1F71-60AA6527CA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l="4151" r="18577"/>
          <a:stretch/>
        </p:blipFill>
        <p:spPr>
          <a:xfrm>
            <a:off x="7010400" y="0"/>
            <a:ext cx="51816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F4F5799-FC34-2F2D-D11E-9B472CAF066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315533"/>
            <a:ext cx="5181600" cy="2376868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2575025C-084B-CD7A-F546-0E13BA13CFEF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914400" y="2844800"/>
            <a:ext cx="5181600" cy="3128963"/>
          </a:xfrm>
        </p:spPr>
        <p:txBody>
          <a:bodyPr>
            <a:normAutofit/>
          </a:bodyPr>
          <a:lstStyle>
            <a:lvl1pPr marL="0" indent="0">
              <a:lnSpc>
                <a:spcPct val="120000"/>
              </a:lnSpc>
              <a:buNone/>
              <a:defRPr sz="2000"/>
            </a:lvl1pPr>
            <a:lvl2pPr>
              <a:lnSpc>
                <a:spcPct val="120000"/>
              </a:lnSpc>
              <a:defRPr sz="1800"/>
            </a:lvl2pPr>
            <a:lvl3pPr>
              <a:lnSpc>
                <a:spcPct val="120000"/>
              </a:lnSpc>
              <a:defRPr sz="1600"/>
            </a:lvl3pPr>
            <a:lvl4pPr>
              <a:lnSpc>
                <a:spcPct val="120000"/>
              </a:lnSpc>
              <a:defRPr sz="1400"/>
            </a:lvl4pPr>
            <a:lvl5pPr>
              <a:lnSpc>
                <a:spcPct val="120000"/>
              </a:lnSpc>
              <a:defRPr sz="14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B9B66675-D8A5-0062-EB51-C8069A2C3C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87509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>
            <a:extLst>
              <a:ext uri="{FF2B5EF4-FFF2-40B4-BE49-F238E27FC236}">
                <a16:creationId xmlns:a16="http://schemas.microsoft.com/office/drawing/2014/main" id="{B5DE041D-A3BF-94FF-029C-719D4DADA2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3300" t="13815"/>
          <a:stretch/>
        </p:blipFill>
        <p:spPr>
          <a:xfrm>
            <a:off x="0" y="-1"/>
            <a:ext cx="4239206" cy="377619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DEE605D-0584-F71C-A97D-B672F13E391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2580640"/>
            <a:ext cx="5181600" cy="3368819"/>
          </a:xfrm>
        </p:spPr>
        <p:txBody>
          <a:bodyPr anchor="b">
            <a:normAutofit/>
          </a:bodyPr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59AF635C-89E6-F6EF-FA6A-417A9A84BF4A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085840" y="-10159"/>
            <a:ext cx="6116320" cy="6868160"/>
          </a:xfrm>
          <a:custGeom>
            <a:avLst/>
            <a:gdLst>
              <a:gd name="connsiteX0" fmla="*/ 0 w 6116320"/>
              <a:gd name="connsiteY0" fmla="*/ 0 h 6880225"/>
              <a:gd name="connsiteX1" fmla="*/ 6116320 w 6116320"/>
              <a:gd name="connsiteY1" fmla="*/ 0 h 6880225"/>
              <a:gd name="connsiteX2" fmla="*/ 6116320 w 6116320"/>
              <a:gd name="connsiteY2" fmla="*/ 6880225 h 6880225"/>
              <a:gd name="connsiteX3" fmla="*/ 0 w 6116320"/>
              <a:gd name="connsiteY3" fmla="*/ 6880225 h 6880225"/>
              <a:gd name="connsiteX4" fmla="*/ 0 w 6116320"/>
              <a:gd name="connsiteY4" fmla="*/ 0 h 6880225"/>
              <a:gd name="connsiteX0" fmla="*/ 0 w 6116320"/>
              <a:gd name="connsiteY0" fmla="*/ 0 h 6880225"/>
              <a:gd name="connsiteX1" fmla="*/ 6116320 w 6116320"/>
              <a:gd name="connsiteY1" fmla="*/ 0 h 6880225"/>
              <a:gd name="connsiteX2" fmla="*/ 6116320 w 6116320"/>
              <a:gd name="connsiteY2" fmla="*/ 6880225 h 6880225"/>
              <a:gd name="connsiteX3" fmla="*/ 2052320 w 6116320"/>
              <a:gd name="connsiteY3" fmla="*/ 6880225 h 6880225"/>
              <a:gd name="connsiteX4" fmla="*/ 0 w 6116320"/>
              <a:gd name="connsiteY4" fmla="*/ 0 h 6880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116320" h="6880225">
                <a:moveTo>
                  <a:pt x="0" y="0"/>
                </a:moveTo>
                <a:lnTo>
                  <a:pt x="6116320" y="0"/>
                </a:lnTo>
                <a:lnTo>
                  <a:pt x="6116320" y="6880225"/>
                </a:lnTo>
                <a:lnTo>
                  <a:pt x="2052320" y="6880225"/>
                </a:lnTo>
                <a:lnTo>
                  <a:pt x="0" y="0"/>
                </a:lnTo>
                <a:close/>
              </a:path>
            </a:pathLst>
          </a:custGeo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icon to insert picture</a:t>
            </a:r>
          </a:p>
        </p:txBody>
      </p:sp>
    </p:spTree>
    <p:extLst>
      <p:ext uri="{BB962C8B-B14F-4D97-AF65-F5344CB8AC3E}">
        <p14:creationId xmlns:p14="http://schemas.microsoft.com/office/powerpoint/2010/main" val="7367892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verview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2B74EE53-DB22-C27E-074F-A7129585FE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5158" t="-5374" b="78533"/>
          <a:stretch/>
        </p:blipFill>
        <p:spPr>
          <a:xfrm rot="10800000">
            <a:off x="6324600" y="0"/>
            <a:ext cx="5867400" cy="164732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78AEF0C-FA4B-8C23-0132-5529EC244F9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26480" y="1310639"/>
            <a:ext cx="4805997" cy="2689629"/>
          </a:xfrm>
        </p:spPr>
        <p:txBody>
          <a:bodyPr anchor="b">
            <a:normAutofit/>
          </a:bodyPr>
          <a:lstStyle>
            <a:lvl1pPr>
              <a:defRPr sz="48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B3DD4867-9B0B-647C-1F78-5E50BF30F089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-10160"/>
            <a:ext cx="6096000" cy="6858000"/>
          </a:xfrm>
          <a:custGeom>
            <a:avLst/>
            <a:gdLst>
              <a:gd name="connsiteX0" fmla="*/ 0 w 6096000"/>
              <a:gd name="connsiteY0" fmla="*/ 0 h 6858000"/>
              <a:gd name="connsiteX1" fmla="*/ 6096000 w 6096000"/>
              <a:gd name="connsiteY1" fmla="*/ 0 h 6858000"/>
              <a:gd name="connsiteX2" fmla="*/ 6096000 w 6096000"/>
              <a:gd name="connsiteY2" fmla="*/ 6858000 h 6858000"/>
              <a:gd name="connsiteX3" fmla="*/ 0 w 6096000"/>
              <a:gd name="connsiteY3" fmla="*/ 6858000 h 6858000"/>
              <a:gd name="connsiteX4" fmla="*/ 0 w 6096000"/>
              <a:gd name="connsiteY4" fmla="*/ 0 h 6858000"/>
              <a:gd name="connsiteX0" fmla="*/ 0 w 6096000"/>
              <a:gd name="connsiteY0" fmla="*/ 0 h 6858000"/>
              <a:gd name="connsiteX1" fmla="*/ 6096000 w 6096000"/>
              <a:gd name="connsiteY1" fmla="*/ 0 h 6858000"/>
              <a:gd name="connsiteX2" fmla="*/ 4053840 w 6096000"/>
              <a:gd name="connsiteY2" fmla="*/ 6858000 h 6858000"/>
              <a:gd name="connsiteX3" fmla="*/ 0 w 6096000"/>
              <a:gd name="connsiteY3" fmla="*/ 6858000 h 6858000"/>
              <a:gd name="connsiteX4" fmla="*/ 0 w 6096000"/>
              <a:gd name="connsiteY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96000" h="6858000">
                <a:moveTo>
                  <a:pt x="0" y="0"/>
                </a:moveTo>
                <a:lnTo>
                  <a:pt x="6096000" y="0"/>
                </a:lnTo>
                <a:lnTo>
                  <a:pt x="405384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BFF4D65D-965A-5E86-4D91-C72D1D03A8B9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6126163" y="4172990"/>
            <a:ext cx="4805997" cy="2389736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263656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04C9F686-E069-3B60-9625-01EE6A41D7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45239"/>
          <a:stretch/>
        </p:blipFill>
        <p:spPr>
          <a:xfrm flipH="1">
            <a:off x="9135414" y="0"/>
            <a:ext cx="3056586" cy="6858000"/>
          </a:xfrm>
          <a:custGeom>
            <a:avLst/>
            <a:gdLst>
              <a:gd name="connsiteX0" fmla="*/ 4284372 w 4284372"/>
              <a:gd name="connsiteY0" fmla="*/ 0 h 6858000"/>
              <a:gd name="connsiteX1" fmla="*/ 0 w 4284372"/>
              <a:gd name="connsiteY1" fmla="*/ 0 h 6858000"/>
              <a:gd name="connsiteX2" fmla="*/ 0 w 4284372"/>
              <a:gd name="connsiteY2" fmla="*/ 6858000 h 6858000"/>
              <a:gd name="connsiteX3" fmla="*/ 4284372 w 4284372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284372" h="6858000">
                <a:moveTo>
                  <a:pt x="4284372" y="0"/>
                </a:moveTo>
                <a:lnTo>
                  <a:pt x="0" y="0"/>
                </a:lnTo>
                <a:lnTo>
                  <a:pt x="0" y="6858000"/>
                </a:lnTo>
                <a:lnTo>
                  <a:pt x="4284372" y="6858000"/>
                </a:lnTo>
                <a:close/>
              </a:path>
            </a:pathLst>
          </a:cu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6D7227F9-50F9-820B-69B7-924C021204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b="2330"/>
          <a:stretch/>
        </p:blipFill>
        <p:spPr>
          <a:xfrm>
            <a:off x="7810500" y="3025140"/>
            <a:ext cx="4381500" cy="383286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48D1E69-316E-A8E1-7ADA-040A0E49073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399" y="365125"/>
            <a:ext cx="7273637" cy="1646555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61069CA0-E0AB-99C6-10DB-13AAC019DD7D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914399" y="2011363"/>
            <a:ext cx="7273638" cy="4155757"/>
          </a:xfrm>
        </p:spPr>
        <p:txBody>
          <a:bodyPr>
            <a:normAutofit/>
          </a:bodyPr>
          <a:lstStyle>
            <a:lvl1pPr>
              <a:spcBef>
                <a:spcPts val="0"/>
              </a:spcBef>
              <a:spcAft>
                <a:spcPts val="1200"/>
              </a:spcAft>
              <a:defRPr sz="2000"/>
            </a:lvl1pPr>
            <a:lvl2pPr>
              <a:spcBef>
                <a:spcPts val="0"/>
              </a:spcBef>
              <a:spcAft>
                <a:spcPts val="1200"/>
              </a:spcAft>
              <a:defRPr sz="1800"/>
            </a:lvl2pPr>
            <a:lvl3pPr>
              <a:spcBef>
                <a:spcPts val="0"/>
              </a:spcBef>
              <a:spcAft>
                <a:spcPts val="1200"/>
              </a:spcAft>
              <a:defRPr sz="1600"/>
            </a:lvl3pPr>
            <a:lvl4pPr>
              <a:spcBef>
                <a:spcPts val="0"/>
              </a:spcBef>
              <a:spcAft>
                <a:spcPts val="1200"/>
              </a:spcAft>
              <a:defRPr sz="1400"/>
            </a:lvl4pPr>
            <a:lvl5pPr>
              <a:spcBef>
                <a:spcPts val="0"/>
              </a:spcBef>
              <a:spcAft>
                <a:spcPts val="1200"/>
              </a:spcAft>
              <a:defRPr sz="14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B9B66675-D8A5-0062-EB51-C8069A2C3C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52138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Content and left Image 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 5">
            <a:extLst>
              <a:ext uri="{FF2B5EF4-FFF2-40B4-BE49-F238E27FC236}">
                <a16:creationId xmlns:a16="http://schemas.microsoft.com/office/drawing/2014/main" id="{4589277D-BC14-E7E0-5822-5575F563E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6200000">
            <a:off x="8039100" y="228600"/>
            <a:ext cx="4381500" cy="39243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FDB1BDE-C8F3-ACC0-740B-CBD8128777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0" y="375285"/>
            <a:ext cx="4896678" cy="3624984"/>
          </a:xfrm>
        </p:spPr>
        <p:txBody>
          <a:bodyPr anchor="b">
            <a:normAutofit/>
          </a:bodyPr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128597A3-47D0-F393-55D9-07FFD951F396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0"/>
            <a:ext cx="6096000" cy="6858000"/>
          </a:xfrm>
          <a:custGeom>
            <a:avLst/>
            <a:gdLst>
              <a:gd name="connsiteX0" fmla="*/ 0 w 6096000"/>
              <a:gd name="connsiteY0" fmla="*/ 0 h 6858000"/>
              <a:gd name="connsiteX1" fmla="*/ 6096000 w 6096000"/>
              <a:gd name="connsiteY1" fmla="*/ 0 h 6858000"/>
              <a:gd name="connsiteX2" fmla="*/ 6096000 w 6096000"/>
              <a:gd name="connsiteY2" fmla="*/ 6858000 h 6858000"/>
              <a:gd name="connsiteX3" fmla="*/ 0 w 6096000"/>
              <a:gd name="connsiteY3" fmla="*/ 6858000 h 6858000"/>
              <a:gd name="connsiteX4" fmla="*/ 0 w 6096000"/>
              <a:gd name="connsiteY4" fmla="*/ 0 h 6858000"/>
              <a:gd name="connsiteX0" fmla="*/ 0 w 6096000"/>
              <a:gd name="connsiteY0" fmla="*/ 0 h 6858000"/>
              <a:gd name="connsiteX1" fmla="*/ 4053840 w 6096000"/>
              <a:gd name="connsiteY1" fmla="*/ 0 h 6858000"/>
              <a:gd name="connsiteX2" fmla="*/ 6096000 w 6096000"/>
              <a:gd name="connsiteY2" fmla="*/ 6858000 h 6858000"/>
              <a:gd name="connsiteX3" fmla="*/ 0 w 6096000"/>
              <a:gd name="connsiteY3" fmla="*/ 6858000 h 6858000"/>
              <a:gd name="connsiteX4" fmla="*/ 0 w 6096000"/>
              <a:gd name="connsiteY4" fmla="*/ 0 h 6858000"/>
              <a:gd name="connsiteX0" fmla="*/ 586 w 6096586"/>
              <a:gd name="connsiteY0" fmla="*/ 0 h 6858000"/>
              <a:gd name="connsiteX1" fmla="*/ 4054426 w 6096586"/>
              <a:gd name="connsiteY1" fmla="*/ 0 h 6858000"/>
              <a:gd name="connsiteX2" fmla="*/ 6096586 w 6096586"/>
              <a:gd name="connsiteY2" fmla="*/ 6858000 h 6858000"/>
              <a:gd name="connsiteX3" fmla="*/ 586 w 6096586"/>
              <a:gd name="connsiteY3" fmla="*/ 6858000 h 6858000"/>
              <a:gd name="connsiteX4" fmla="*/ 586 w 6096586"/>
              <a:gd name="connsiteY4" fmla="*/ 3669792 h 6858000"/>
              <a:gd name="connsiteX5" fmla="*/ 586 w 6096586"/>
              <a:gd name="connsiteY5" fmla="*/ 0 h 6858000"/>
              <a:gd name="connsiteX0" fmla="*/ 0 w 6096000"/>
              <a:gd name="connsiteY0" fmla="*/ 0 h 6858000"/>
              <a:gd name="connsiteX1" fmla="*/ 4053840 w 6096000"/>
              <a:gd name="connsiteY1" fmla="*/ 0 h 6858000"/>
              <a:gd name="connsiteX2" fmla="*/ 6096000 w 6096000"/>
              <a:gd name="connsiteY2" fmla="*/ 6858000 h 6858000"/>
              <a:gd name="connsiteX3" fmla="*/ 950976 w 6096000"/>
              <a:gd name="connsiteY3" fmla="*/ 6858000 h 6858000"/>
              <a:gd name="connsiteX4" fmla="*/ 0 w 6096000"/>
              <a:gd name="connsiteY4" fmla="*/ 3669792 h 6858000"/>
              <a:gd name="connsiteX5" fmla="*/ 0 w 6096000"/>
              <a:gd name="connsiteY5" fmla="*/ 0 h 6858000"/>
              <a:gd name="connsiteX0" fmla="*/ 0 w 6096000"/>
              <a:gd name="connsiteY0" fmla="*/ 0 h 6858000"/>
              <a:gd name="connsiteX1" fmla="*/ 4053840 w 6096000"/>
              <a:gd name="connsiteY1" fmla="*/ 0 h 6858000"/>
              <a:gd name="connsiteX2" fmla="*/ 6096000 w 6096000"/>
              <a:gd name="connsiteY2" fmla="*/ 6858000 h 6858000"/>
              <a:gd name="connsiteX3" fmla="*/ 950976 w 6096000"/>
              <a:gd name="connsiteY3" fmla="*/ 6858000 h 6858000"/>
              <a:gd name="connsiteX4" fmla="*/ 0 w 6096000"/>
              <a:gd name="connsiteY4" fmla="*/ 3669792 h 6858000"/>
              <a:gd name="connsiteX5" fmla="*/ 0 w 6096000"/>
              <a:gd name="connsiteY5" fmla="*/ 0 h 6858000"/>
              <a:gd name="connsiteX0" fmla="*/ 0 w 6096000"/>
              <a:gd name="connsiteY0" fmla="*/ 0 h 6858000"/>
              <a:gd name="connsiteX1" fmla="*/ 4053840 w 6096000"/>
              <a:gd name="connsiteY1" fmla="*/ 0 h 6858000"/>
              <a:gd name="connsiteX2" fmla="*/ 6096000 w 6096000"/>
              <a:gd name="connsiteY2" fmla="*/ 6858000 h 6858000"/>
              <a:gd name="connsiteX3" fmla="*/ 950976 w 6096000"/>
              <a:gd name="connsiteY3" fmla="*/ 6858000 h 6858000"/>
              <a:gd name="connsiteX4" fmla="*/ 0 w 6096000"/>
              <a:gd name="connsiteY4" fmla="*/ 3669792 h 6858000"/>
              <a:gd name="connsiteX5" fmla="*/ 0 w 6096000"/>
              <a:gd name="connsiteY5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096000" h="6858000">
                <a:moveTo>
                  <a:pt x="0" y="0"/>
                </a:moveTo>
                <a:lnTo>
                  <a:pt x="4053840" y="0"/>
                </a:lnTo>
                <a:lnTo>
                  <a:pt x="6096000" y="6858000"/>
                </a:lnTo>
                <a:lnTo>
                  <a:pt x="950976" y="6858000"/>
                </a:lnTo>
                <a:lnTo>
                  <a:pt x="0" y="3669792"/>
                </a:lnTo>
                <a:lnTo>
                  <a:pt x="0" y="0"/>
                </a:lnTo>
                <a:close/>
              </a:path>
            </a:pathLst>
          </a:custGeom>
        </p:spPr>
        <p:txBody>
          <a:bodyPr>
            <a:normAutofit/>
          </a:bodyPr>
          <a:lstStyle>
            <a:lvl1pPr marL="0" indent="0" algn="l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Content Placeholder 10">
            <a:extLst>
              <a:ext uri="{FF2B5EF4-FFF2-40B4-BE49-F238E27FC236}">
                <a16:creationId xmlns:a16="http://schemas.microsoft.com/office/drawing/2014/main" id="{4BF260CE-C6E3-AE7A-DB8E-A72A1CF5B54E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6096000" y="4172990"/>
            <a:ext cx="4896677" cy="2309726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spcAft>
                <a:spcPts val="1200"/>
              </a:spcAft>
              <a:buNone/>
              <a:defRPr sz="2000">
                <a:solidFill>
                  <a:schemeClr val="bg1"/>
                </a:solidFill>
              </a:defRPr>
            </a:lvl1pPr>
            <a:lvl2pPr marL="742950" indent="-28575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800">
                <a:solidFill>
                  <a:schemeClr val="bg1"/>
                </a:solidFill>
              </a:defRPr>
            </a:lvl2pPr>
            <a:lvl3pPr marL="1200150" indent="-28575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</a:defRPr>
            </a:lvl3pPr>
            <a:lvl4pPr marL="1657350" indent="-28575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400">
                <a:solidFill>
                  <a:schemeClr val="bg1"/>
                </a:solidFill>
              </a:defRPr>
            </a:lvl4pPr>
            <a:lvl5pPr marL="2114550" indent="-28575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891114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ntent 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D6E20435-B9A5-359D-133D-5D3EED409C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955" t="41988" r="53993" b="33420"/>
          <a:stretch/>
        </p:blipFill>
        <p:spPr>
          <a:xfrm rot="10800000">
            <a:off x="9198864" y="-5"/>
            <a:ext cx="2993136" cy="1517907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7B99CAE4-AA9B-52BA-7DE8-8245CE705D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l="25445" t="24819" r="46503"/>
          <a:stretch/>
        </p:blipFill>
        <p:spPr>
          <a:xfrm rot="16200000">
            <a:off x="961221" y="4525179"/>
            <a:ext cx="1371600" cy="3294042"/>
          </a:xfrm>
          <a:prstGeom prst="rect">
            <a:avLst/>
          </a:prstGeom>
        </p:spPr>
      </p:pic>
      <p:sp>
        <p:nvSpPr>
          <p:cNvPr id="10" name="Title 9">
            <a:extLst>
              <a:ext uri="{FF2B5EF4-FFF2-40B4-BE49-F238E27FC236}">
                <a16:creationId xmlns:a16="http://schemas.microsoft.com/office/drawing/2014/main" id="{28DFE681-710B-6FE5-B8E0-3BC9DB9F12D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399" y="365125"/>
            <a:ext cx="10363201" cy="1629601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3FE383D3-6A16-1891-FF52-470B26B94042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914399" y="2022250"/>
            <a:ext cx="4992709" cy="3747180"/>
          </a:xfrm>
        </p:spPr>
        <p:txBody>
          <a:bodyPr>
            <a:normAutofit/>
          </a:bodyPr>
          <a:lstStyle>
            <a:lvl1pPr>
              <a:spcBef>
                <a:spcPts val="0"/>
              </a:spcBef>
              <a:spcAft>
                <a:spcPts val="1200"/>
              </a:spcAft>
              <a:defRPr sz="2000"/>
            </a:lvl1pPr>
            <a:lvl2pPr>
              <a:spcBef>
                <a:spcPts val="0"/>
              </a:spcBef>
              <a:spcAft>
                <a:spcPts val="1200"/>
              </a:spcAft>
              <a:defRPr sz="1800"/>
            </a:lvl2pPr>
            <a:lvl3pPr>
              <a:spcBef>
                <a:spcPts val="0"/>
              </a:spcBef>
              <a:spcAft>
                <a:spcPts val="1200"/>
              </a:spcAft>
              <a:defRPr sz="1600"/>
            </a:lvl3pPr>
            <a:lvl4pPr>
              <a:spcBef>
                <a:spcPts val="0"/>
              </a:spcBef>
              <a:spcAft>
                <a:spcPts val="1200"/>
              </a:spcAft>
              <a:defRPr sz="1400"/>
            </a:lvl4pPr>
            <a:lvl5pPr>
              <a:spcBef>
                <a:spcPts val="0"/>
              </a:spcBef>
              <a:spcAft>
                <a:spcPts val="1200"/>
              </a:spcAft>
              <a:defRPr sz="14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Content Placeholder 10">
            <a:extLst>
              <a:ext uri="{FF2B5EF4-FFF2-40B4-BE49-F238E27FC236}">
                <a16:creationId xmlns:a16="http://schemas.microsoft.com/office/drawing/2014/main" id="{74B5EB04-CA6E-7417-56DF-A55B21E94B74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6284891" y="2022250"/>
            <a:ext cx="4992709" cy="3747180"/>
          </a:xfrm>
        </p:spPr>
        <p:txBody>
          <a:bodyPr>
            <a:normAutofit/>
          </a:bodyPr>
          <a:lstStyle>
            <a:lvl1pPr>
              <a:spcBef>
                <a:spcPts val="0"/>
              </a:spcBef>
              <a:spcAft>
                <a:spcPts val="1200"/>
              </a:spcAft>
              <a:defRPr sz="2000"/>
            </a:lvl1pPr>
            <a:lvl2pPr>
              <a:spcBef>
                <a:spcPts val="0"/>
              </a:spcBef>
              <a:spcAft>
                <a:spcPts val="1200"/>
              </a:spcAft>
              <a:defRPr sz="1800"/>
            </a:lvl2pPr>
            <a:lvl3pPr>
              <a:spcBef>
                <a:spcPts val="0"/>
              </a:spcBef>
              <a:spcAft>
                <a:spcPts val="1200"/>
              </a:spcAft>
              <a:defRPr sz="1600"/>
            </a:lvl3pPr>
            <a:lvl4pPr>
              <a:spcBef>
                <a:spcPts val="0"/>
              </a:spcBef>
              <a:spcAft>
                <a:spcPts val="1200"/>
              </a:spcAft>
              <a:defRPr sz="1400"/>
            </a:lvl4pPr>
            <a:lvl5pPr>
              <a:spcBef>
                <a:spcPts val="0"/>
              </a:spcBef>
              <a:spcAft>
                <a:spcPts val="1200"/>
              </a:spcAft>
              <a:defRPr sz="14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B9B66675-D8A5-0062-EB51-C8069A2C3C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77926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A783FA55-EF1D-66CF-8FD5-29086D71E6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981" t="40714" r="61027" b="44471"/>
          <a:stretch/>
        </p:blipFill>
        <p:spPr>
          <a:xfrm rot="10800000" flipV="1">
            <a:off x="-26830" y="5950040"/>
            <a:ext cx="2513521" cy="914400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542CEFED-8DE0-0155-A5B6-A44051A6D0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l="18883" t="18052" r="46636"/>
          <a:stretch/>
        </p:blipFill>
        <p:spPr>
          <a:xfrm rot="16200000" flipH="1" flipV="1">
            <a:off x="9553763" y="-952310"/>
            <a:ext cx="1685928" cy="3590547"/>
          </a:xfrm>
          <a:prstGeom prst="rect">
            <a:avLst/>
          </a:prstGeom>
        </p:spPr>
      </p:pic>
      <p:sp>
        <p:nvSpPr>
          <p:cNvPr id="10" name="Title 9">
            <a:extLst>
              <a:ext uri="{FF2B5EF4-FFF2-40B4-BE49-F238E27FC236}">
                <a16:creationId xmlns:a16="http://schemas.microsoft.com/office/drawing/2014/main" id="{57FC493E-284F-ADBA-D92D-883CAB13AD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398" y="365125"/>
            <a:ext cx="10439401" cy="1617017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4B8B2035-4AA9-D25E-9F15-3ED36F734D13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914399" y="2022250"/>
            <a:ext cx="3310129" cy="3747180"/>
          </a:xfrm>
        </p:spPr>
        <p:txBody>
          <a:bodyPr>
            <a:normAutofit/>
          </a:bodyPr>
          <a:lstStyle>
            <a:lvl1pPr>
              <a:spcBef>
                <a:spcPts val="0"/>
              </a:spcBef>
              <a:spcAft>
                <a:spcPts val="1200"/>
              </a:spcAft>
              <a:defRPr sz="2000" b="1"/>
            </a:lvl1pPr>
            <a:lvl2pPr>
              <a:spcBef>
                <a:spcPts val="0"/>
              </a:spcBef>
              <a:spcAft>
                <a:spcPts val="1200"/>
              </a:spcAft>
              <a:defRPr sz="1800" b="1"/>
            </a:lvl2pPr>
            <a:lvl3pPr>
              <a:spcBef>
                <a:spcPts val="0"/>
              </a:spcBef>
              <a:spcAft>
                <a:spcPts val="1200"/>
              </a:spcAft>
              <a:defRPr sz="1600" b="1"/>
            </a:lvl3pPr>
            <a:lvl4pPr>
              <a:spcBef>
                <a:spcPts val="0"/>
              </a:spcBef>
              <a:spcAft>
                <a:spcPts val="1200"/>
              </a:spcAft>
              <a:defRPr sz="1400" b="1"/>
            </a:lvl4pPr>
            <a:lvl5pPr>
              <a:spcBef>
                <a:spcPts val="0"/>
              </a:spcBef>
              <a:spcAft>
                <a:spcPts val="1200"/>
              </a:spcAft>
              <a:defRPr sz="1400" b="1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Content Placeholder 10">
            <a:extLst>
              <a:ext uri="{FF2B5EF4-FFF2-40B4-BE49-F238E27FC236}">
                <a16:creationId xmlns:a16="http://schemas.microsoft.com/office/drawing/2014/main" id="{6A694422-6B3E-3D80-AC41-FD1CED52ACAB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4602310" y="2018120"/>
            <a:ext cx="6751489" cy="3747180"/>
          </a:xfrm>
        </p:spPr>
        <p:txBody>
          <a:bodyPr>
            <a:normAutofit/>
          </a:bodyPr>
          <a:lstStyle>
            <a:lvl1pPr>
              <a:spcBef>
                <a:spcPts val="0"/>
              </a:spcBef>
              <a:spcAft>
                <a:spcPts val="1200"/>
              </a:spcAft>
              <a:defRPr sz="2000"/>
            </a:lvl1pPr>
            <a:lvl2pPr>
              <a:spcBef>
                <a:spcPts val="0"/>
              </a:spcBef>
              <a:spcAft>
                <a:spcPts val="1200"/>
              </a:spcAft>
              <a:defRPr sz="1800"/>
            </a:lvl2pPr>
            <a:lvl3pPr>
              <a:spcBef>
                <a:spcPts val="0"/>
              </a:spcBef>
              <a:spcAft>
                <a:spcPts val="1200"/>
              </a:spcAft>
              <a:defRPr sz="1600"/>
            </a:lvl3pPr>
            <a:lvl4pPr>
              <a:spcBef>
                <a:spcPts val="0"/>
              </a:spcBef>
              <a:spcAft>
                <a:spcPts val="1200"/>
              </a:spcAft>
              <a:defRPr sz="1400"/>
            </a:lvl4pPr>
            <a:lvl5pPr>
              <a:spcBef>
                <a:spcPts val="0"/>
              </a:spcBef>
              <a:spcAft>
                <a:spcPts val="1200"/>
              </a:spcAft>
              <a:defRPr sz="14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B9B66675-D8A5-0062-EB51-C8069A2C3C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28138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Content and right Imag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48DBD2A1-633E-7A22-751B-5CEFCA93F2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67703" t="485" b="67543"/>
          <a:stretch/>
        </p:blipFill>
        <p:spPr>
          <a:xfrm rot="5400000">
            <a:off x="-115162" y="115164"/>
            <a:ext cx="1895058" cy="1664735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3E7BF4D0-D641-9859-157D-B9094EF3DAB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6385" y="446313"/>
            <a:ext cx="5179615" cy="1448747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Content Placeholder 10">
            <a:extLst>
              <a:ext uri="{FF2B5EF4-FFF2-40B4-BE49-F238E27FC236}">
                <a16:creationId xmlns:a16="http://schemas.microsoft.com/office/drawing/2014/main" id="{115AE488-757F-4C5A-7733-85C1D1EA98D3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914399" y="2022250"/>
            <a:ext cx="5181600" cy="3747180"/>
          </a:xfrm>
        </p:spPr>
        <p:txBody>
          <a:bodyPr>
            <a:normAutofit/>
          </a:bodyPr>
          <a:lstStyle>
            <a:lvl1pPr>
              <a:spcBef>
                <a:spcPts val="0"/>
              </a:spcBef>
              <a:spcAft>
                <a:spcPts val="1200"/>
              </a:spcAft>
              <a:defRPr sz="2000" b="0"/>
            </a:lvl1pPr>
            <a:lvl2pPr>
              <a:spcBef>
                <a:spcPts val="0"/>
              </a:spcBef>
              <a:spcAft>
                <a:spcPts val="1200"/>
              </a:spcAft>
              <a:defRPr sz="1800" b="0"/>
            </a:lvl2pPr>
            <a:lvl3pPr>
              <a:spcBef>
                <a:spcPts val="0"/>
              </a:spcBef>
              <a:spcAft>
                <a:spcPts val="1200"/>
              </a:spcAft>
              <a:defRPr sz="1600" b="0"/>
            </a:lvl3pPr>
            <a:lvl4pPr>
              <a:spcBef>
                <a:spcPts val="0"/>
              </a:spcBef>
              <a:spcAft>
                <a:spcPts val="1200"/>
              </a:spcAft>
              <a:defRPr sz="1400" b="0"/>
            </a:lvl4pPr>
            <a:lvl5pPr>
              <a:spcBef>
                <a:spcPts val="0"/>
              </a:spcBef>
              <a:spcAft>
                <a:spcPts val="1200"/>
              </a:spcAft>
              <a:defRPr sz="1400" b="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B9B66675-D8A5-0062-EB51-C8069A2C3C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39DD264F-42B5-DBB0-9839-DB4C6827ED76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076950" y="0"/>
            <a:ext cx="6115050" cy="6868886"/>
          </a:xfrm>
          <a:custGeom>
            <a:avLst/>
            <a:gdLst>
              <a:gd name="connsiteX0" fmla="*/ 0 w 6115050"/>
              <a:gd name="connsiteY0" fmla="*/ 0 h 6858000"/>
              <a:gd name="connsiteX1" fmla="*/ 6115050 w 6115050"/>
              <a:gd name="connsiteY1" fmla="*/ 0 h 6858000"/>
              <a:gd name="connsiteX2" fmla="*/ 6115050 w 6115050"/>
              <a:gd name="connsiteY2" fmla="*/ 6858000 h 6858000"/>
              <a:gd name="connsiteX3" fmla="*/ 0 w 6115050"/>
              <a:gd name="connsiteY3" fmla="*/ 6858000 h 6858000"/>
              <a:gd name="connsiteX4" fmla="*/ 0 w 6115050"/>
              <a:gd name="connsiteY4" fmla="*/ 0 h 6858000"/>
              <a:gd name="connsiteX0" fmla="*/ 2024742 w 6115050"/>
              <a:gd name="connsiteY0" fmla="*/ 0 h 6858000"/>
              <a:gd name="connsiteX1" fmla="*/ 6115050 w 6115050"/>
              <a:gd name="connsiteY1" fmla="*/ 0 h 6858000"/>
              <a:gd name="connsiteX2" fmla="*/ 6115050 w 6115050"/>
              <a:gd name="connsiteY2" fmla="*/ 6858000 h 6858000"/>
              <a:gd name="connsiteX3" fmla="*/ 0 w 6115050"/>
              <a:gd name="connsiteY3" fmla="*/ 6858000 h 6858000"/>
              <a:gd name="connsiteX4" fmla="*/ 2024742 w 6115050"/>
              <a:gd name="connsiteY4" fmla="*/ 0 h 6858000"/>
              <a:gd name="connsiteX0" fmla="*/ 2024742 w 6115050"/>
              <a:gd name="connsiteY0" fmla="*/ 0 h 6858000"/>
              <a:gd name="connsiteX1" fmla="*/ 6115050 w 6115050"/>
              <a:gd name="connsiteY1" fmla="*/ 0 h 6858000"/>
              <a:gd name="connsiteX2" fmla="*/ 6115050 w 6115050"/>
              <a:gd name="connsiteY2" fmla="*/ 3603171 h 6858000"/>
              <a:gd name="connsiteX3" fmla="*/ 6115050 w 6115050"/>
              <a:gd name="connsiteY3" fmla="*/ 6858000 h 6858000"/>
              <a:gd name="connsiteX4" fmla="*/ 0 w 6115050"/>
              <a:gd name="connsiteY4" fmla="*/ 6858000 h 6858000"/>
              <a:gd name="connsiteX5" fmla="*/ 2024742 w 6115050"/>
              <a:gd name="connsiteY5" fmla="*/ 0 h 6858000"/>
              <a:gd name="connsiteX0" fmla="*/ 2024742 w 6115050"/>
              <a:gd name="connsiteY0" fmla="*/ 0 h 6868886"/>
              <a:gd name="connsiteX1" fmla="*/ 6115050 w 6115050"/>
              <a:gd name="connsiteY1" fmla="*/ 0 h 6868886"/>
              <a:gd name="connsiteX2" fmla="*/ 6115050 w 6115050"/>
              <a:gd name="connsiteY2" fmla="*/ 3603171 h 6868886"/>
              <a:gd name="connsiteX3" fmla="*/ 5157107 w 6115050"/>
              <a:gd name="connsiteY3" fmla="*/ 6868886 h 6868886"/>
              <a:gd name="connsiteX4" fmla="*/ 0 w 6115050"/>
              <a:gd name="connsiteY4" fmla="*/ 6858000 h 6868886"/>
              <a:gd name="connsiteX5" fmla="*/ 2024742 w 6115050"/>
              <a:gd name="connsiteY5" fmla="*/ 0 h 68688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115050" h="6868886">
                <a:moveTo>
                  <a:pt x="2024742" y="0"/>
                </a:moveTo>
                <a:lnTo>
                  <a:pt x="6115050" y="0"/>
                </a:lnTo>
                <a:lnTo>
                  <a:pt x="6115050" y="3603171"/>
                </a:lnTo>
                <a:lnTo>
                  <a:pt x="5157107" y="6868886"/>
                </a:lnTo>
                <a:lnTo>
                  <a:pt x="0" y="6858000"/>
                </a:lnTo>
                <a:lnTo>
                  <a:pt x="2024742" y="0"/>
                </a:lnTo>
                <a:close/>
              </a:path>
            </a:pathLst>
          </a:custGeom>
        </p:spPr>
        <p:txBody>
          <a:bodyPr>
            <a:normAutofit/>
          </a:bodyPr>
          <a:lstStyle>
            <a:lvl1pPr marL="0" indent="0" algn="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70084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Content and Tabl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BE5D17C7-3503-7305-8191-20863B7388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r="55824" b="26760"/>
          <a:stretch/>
        </p:blipFill>
        <p:spPr>
          <a:xfrm>
            <a:off x="9229725" y="1835240"/>
            <a:ext cx="2962275" cy="5022760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C76E1AE6-3E01-1CBD-CAEC-11056D00AD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43413" y="1835240"/>
            <a:ext cx="7000875" cy="427981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90E28F03-2149-7C50-779B-6A2D8D789A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60903" r="75060" b="10347"/>
          <a:stretch/>
        </p:blipFill>
        <p:spPr>
          <a:xfrm rot="16200000">
            <a:off x="149650" y="-149653"/>
            <a:ext cx="1672375" cy="1971675"/>
          </a:xfrm>
          <a:prstGeom prst="rect">
            <a:avLst/>
          </a:prstGeom>
        </p:spPr>
      </p:pic>
      <p:sp>
        <p:nvSpPr>
          <p:cNvPr id="10" name="Title 9">
            <a:extLst>
              <a:ext uri="{FF2B5EF4-FFF2-40B4-BE49-F238E27FC236}">
                <a16:creationId xmlns:a16="http://schemas.microsoft.com/office/drawing/2014/main" id="{CA4CAE4E-4252-8471-C50B-1DD5AFBFEC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399" y="365125"/>
            <a:ext cx="10363202" cy="1603462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E493CE42-5465-91AC-A1F4-A4821AE37A9C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914399" y="2022250"/>
            <a:ext cx="3299013" cy="3914910"/>
          </a:xfrm>
        </p:spPr>
        <p:txBody>
          <a:bodyPr>
            <a:normAutofit/>
          </a:bodyPr>
          <a:lstStyle>
            <a:lvl1pPr>
              <a:spcBef>
                <a:spcPts val="0"/>
              </a:spcBef>
              <a:spcAft>
                <a:spcPts val="1200"/>
              </a:spcAft>
              <a:defRPr sz="2000" b="0"/>
            </a:lvl1pPr>
            <a:lvl2pPr>
              <a:spcBef>
                <a:spcPts val="0"/>
              </a:spcBef>
              <a:spcAft>
                <a:spcPts val="1200"/>
              </a:spcAft>
              <a:defRPr sz="1800" b="0"/>
            </a:lvl2pPr>
            <a:lvl3pPr>
              <a:spcBef>
                <a:spcPts val="0"/>
              </a:spcBef>
              <a:spcAft>
                <a:spcPts val="1200"/>
              </a:spcAft>
              <a:defRPr sz="1600" b="0"/>
            </a:lvl3pPr>
            <a:lvl4pPr>
              <a:spcBef>
                <a:spcPts val="0"/>
              </a:spcBef>
              <a:spcAft>
                <a:spcPts val="1200"/>
              </a:spcAft>
              <a:defRPr sz="1400" b="0"/>
            </a:lvl4pPr>
            <a:lvl5pPr>
              <a:spcBef>
                <a:spcPts val="0"/>
              </a:spcBef>
              <a:spcAft>
                <a:spcPts val="1200"/>
              </a:spcAft>
              <a:defRPr sz="1400" b="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Table Placeholder 12">
            <a:extLst>
              <a:ext uri="{FF2B5EF4-FFF2-40B4-BE49-F238E27FC236}">
                <a16:creationId xmlns:a16="http://schemas.microsoft.com/office/drawing/2014/main" id="{156A00B1-F3E3-B7FF-58F4-61DE3EF07C07}"/>
              </a:ext>
            </a:extLst>
          </p:cNvPr>
          <p:cNvSpPr>
            <a:spLocks noGrp="1"/>
          </p:cNvSpPr>
          <p:nvPr>
            <p:ph type="tbl" sz="quarter" idx="11" hasCustomPrompt="1"/>
          </p:nvPr>
        </p:nvSpPr>
        <p:spPr>
          <a:xfrm>
            <a:off x="4602163" y="2017713"/>
            <a:ext cx="6675437" cy="3932237"/>
          </a:xfrm>
        </p:spPr>
        <p:txBody>
          <a:bodyPr>
            <a:normAutofit/>
          </a:bodyPr>
          <a:lstStyle>
            <a:lvl1pPr>
              <a:defRPr sz="2000"/>
            </a:lvl1pPr>
          </a:lstStyle>
          <a:p>
            <a:r>
              <a:rPr lang="en-US" dirty="0"/>
              <a:t>Click icon to insert table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B9B66675-D8A5-0062-EB51-C8069A2C3C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62149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ntent 3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13A42171-0D82-07BF-4667-498861CC2A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8883" t="34408" r="46636" b="1"/>
          <a:stretch/>
        </p:blipFill>
        <p:spPr>
          <a:xfrm flipH="1" flipV="1">
            <a:off x="10506072" y="3984078"/>
            <a:ext cx="1685928" cy="2873921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13C71A0D-EE6D-54C4-71DE-04BE285580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l="29718" t="47145" r="39389" b="8754"/>
          <a:stretch/>
        </p:blipFill>
        <p:spPr>
          <a:xfrm rot="5400000" flipV="1">
            <a:off x="9781526" y="-311511"/>
            <a:ext cx="2098964" cy="2721985"/>
          </a:xfrm>
          <a:prstGeom prst="rect">
            <a:avLst/>
          </a:prstGeom>
        </p:spPr>
      </p:pic>
      <p:sp>
        <p:nvSpPr>
          <p:cNvPr id="10" name="Title 9">
            <a:extLst>
              <a:ext uri="{FF2B5EF4-FFF2-40B4-BE49-F238E27FC236}">
                <a16:creationId xmlns:a16="http://schemas.microsoft.com/office/drawing/2014/main" id="{3F82FA92-501B-5A05-E15F-2FB9BCEBE31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1990" y="434225"/>
            <a:ext cx="9524998" cy="1499627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B463EEE0-BE31-122C-586C-8BA8D90371E6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914399" y="2022250"/>
            <a:ext cx="6257366" cy="3914910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spcAft>
                <a:spcPts val="1200"/>
              </a:spcAft>
              <a:buNone/>
              <a:defRPr sz="2000" b="0"/>
            </a:lvl1pPr>
            <a:lvl2pPr marL="228600">
              <a:spcBef>
                <a:spcPts val="0"/>
              </a:spcBef>
              <a:spcAft>
                <a:spcPts val="1200"/>
              </a:spcAft>
              <a:defRPr sz="2000" b="0"/>
            </a:lvl2pPr>
            <a:lvl3pPr marL="685800">
              <a:spcBef>
                <a:spcPts val="0"/>
              </a:spcBef>
              <a:spcAft>
                <a:spcPts val="1200"/>
              </a:spcAft>
              <a:defRPr sz="1800" b="0"/>
            </a:lvl3pPr>
            <a:lvl4pPr marL="914400">
              <a:spcBef>
                <a:spcPts val="0"/>
              </a:spcBef>
              <a:spcAft>
                <a:spcPts val="1200"/>
              </a:spcAft>
              <a:defRPr sz="1600" b="0"/>
            </a:lvl4pPr>
            <a:lvl5pPr marL="1143000">
              <a:spcBef>
                <a:spcPts val="0"/>
              </a:spcBef>
              <a:spcAft>
                <a:spcPts val="1200"/>
              </a:spcAft>
              <a:defRPr sz="1600" b="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Content Placeholder 10">
            <a:extLst>
              <a:ext uri="{FF2B5EF4-FFF2-40B4-BE49-F238E27FC236}">
                <a16:creationId xmlns:a16="http://schemas.microsoft.com/office/drawing/2014/main" id="{52C157D5-2C68-BA6A-033B-A4CC016CA68F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7967475" y="2018119"/>
            <a:ext cx="2449514" cy="3931919"/>
          </a:xfrm>
        </p:spPr>
        <p:txBody>
          <a:bodyPr>
            <a:normAutofit/>
          </a:bodyPr>
          <a:lstStyle>
            <a:lvl1pPr>
              <a:spcBef>
                <a:spcPts val="0"/>
              </a:spcBef>
              <a:spcAft>
                <a:spcPts val="1200"/>
              </a:spcAft>
              <a:defRPr sz="2000" b="1"/>
            </a:lvl1pPr>
            <a:lvl2pPr marL="411480">
              <a:spcBef>
                <a:spcPts val="0"/>
              </a:spcBef>
              <a:spcAft>
                <a:spcPts val="1200"/>
              </a:spcAft>
              <a:defRPr sz="1800" b="1"/>
            </a:lvl2pPr>
            <a:lvl3pPr marL="502920">
              <a:spcBef>
                <a:spcPts val="0"/>
              </a:spcBef>
              <a:spcAft>
                <a:spcPts val="1200"/>
              </a:spcAft>
              <a:defRPr sz="1600" b="1"/>
            </a:lvl3pPr>
            <a:lvl4pPr marL="594360">
              <a:spcBef>
                <a:spcPts val="0"/>
              </a:spcBef>
              <a:spcAft>
                <a:spcPts val="1200"/>
              </a:spcAft>
              <a:defRPr sz="1400" b="1"/>
            </a:lvl4pPr>
            <a:lvl5pPr marL="685800">
              <a:spcBef>
                <a:spcPts val="0"/>
              </a:spcBef>
              <a:spcAft>
                <a:spcPts val="1200"/>
              </a:spcAft>
              <a:defRPr sz="1400" b="1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B9B66675-D8A5-0062-EB51-C8069A2C3C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984230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15CC9A46-E0E7-B31D-3E27-6F4303A45A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8883" t="18052" r="46636"/>
          <a:stretch/>
        </p:blipFill>
        <p:spPr>
          <a:xfrm rot="16200000" flipH="1" flipV="1">
            <a:off x="9553763" y="-952310"/>
            <a:ext cx="1685928" cy="3590547"/>
          </a:xfrm>
          <a:prstGeom prst="rect">
            <a:avLst/>
          </a:prstGeom>
        </p:spPr>
      </p:pic>
      <p:sp>
        <p:nvSpPr>
          <p:cNvPr id="7" name="Title 6">
            <a:extLst>
              <a:ext uri="{FF2B5EF4-FFF2-40B4-BE49-F238E27FC236}">
                <a16:creationId xmlns:a16="http://schemas.microsoft.com/office/drawing/2014/main" id="{767669DC-4C7F-9B50-FCC0-F2AF5B2A950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23545" y="584477"/>
            <a:ext cx="10354052" cy="1209765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9" name="Table Placeholder 8">
            <a:extLst>
              <a:ext uri="{FF2B5EF4-FFF2-40B4-BE49-F238E27FC236}">
                <a16:creationId xmlns:a16="http://schemas.microsoft.com/office/drawing/2014/main" id="{BEF581C2-7562-2E21-E6DD-20AEFC43AABC}"/>
              </a:ext>
            </a:extLst>
          </p:cNvPr>
          <p:cNvSpPr>
            <a:spLocks noGrp="1"/>
          </p:cNvSpPr>
          <p:nvPr>
            <p:ph type="tbl" sz="quarter" idx="10"/>
          </p:nvPr>
        </p:nvSpPr>
        <p:spPr>
          <a:xfrm>
            <a:off x="923545" y="2009775"/>
            <a:ext cx="10354052" cy="3931920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B9B66675-D8A5-0062-EB51-C8069A2C3C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38426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E3A3E8B6-2BD8-19E0-7F51-7A25EF836F8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1515" y="374090"/>
            <a:ext cx="5057104" cy="3624984"/>
          </a:xfrm>
        </p:spPr>
        <p:txBody>
          <a:bodyPr anchor="b">
            <a:normAutofit/>
          </a:bodyPr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B1F96043-F6A4-F581-7DB8-96138F0E4011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091514" y="4172989"/>
            <a:ext cx="5057103" cy="2519363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000" baseline="0">
                <a:solidFill>
                  <a:schemeClr val="bg1"/>
                </a:solidFill>
              </a:defRPr>
            </a:lvl1pPr>
            <a:lvl2pPr marL="742950" indent="-28575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800" baseline="0">
                <a:solidFill>
                  <a:schemeClr val="bg1"/>
                </a:solidFill>
              </a:defRPr>
            </a:lvl2pPr>
            <a:lvl3pPr marL="1200150" indent="-28575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600" baseline="0">
                <a:solidFill>
                  <a:schemeClr val="bg1"/>
                </a:solidFill>
              </a:defRPr>
            </a:lvl3pPr>
            <a:lvl4pPr marL="1657350" indent="-28575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400" baseline="0">
                <a:solidFill>
                  <a:schemeClr val="bg1"/>
                </a:solidFill>
              </a:defRPr>
            </a:lvl4pPr>
            <a:lvl5pPr marL="2000250" indent="-17145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200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C805DE67-EFB0-F6F3-6C08-2FE90284C3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4151" r="18577"/>
          <a:stretch/>
        </p:blipFill>
        <p:spPr>
          <a:xfrm flipH="1">
            <a:off x="0" y="0"/>
            <a:ext cx="51816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03470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F4C17E5-24ED-44BC-BA50-02EF903552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33D101-3AF0-4F06-90ED-B83615C36C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AE9FDE-AF95-49F8-A927-35A23C9E653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2E900D-8FF9-4E80-860D-89C2D3B4E4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A66A0C-1415-46A3-A1FF-BE18C70873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84521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7" r:id="rId1"/>
    <p:sldLayoutId id="2147483708" r:id="rId2"/>
    <p:sldLayoutId id="2147483709" r:id="rId3"/>
    <p:sldLayoutId id="2147483710" r:id="rId4"/>
    <p:sldLayoutId id="2147483711" r:id="rId5"/>
    <p:sldLayoutId id="2147483712" r:id="rId6"/>
    <p:sldLayoutId id="2147483713" r:id="rId7"/>
    <p:sldLayoutId id="2147483714" r:id="rId8"/>
    <p:sldLayoutId id="2147483715" r:id="rId9"/>
    <p:sldLayoutId id="2147483716" r:id="rId10"/>
    <p:sldLayoutId id="2147483717" r:id="rId11"/>
    <p:sldLayoutId id="2147483718" r:id="rId12"/>
    <p:sldLayoutId id="2147483706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4" Type="http://schemas.openxmlformats.org/officeDocument/2006/relationships/hyperlink" Target="https://www.freestock.com/free-videos/seamless-looping-3d-rendering-united-states-1409812" TargetMode="Externa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Relationship Id="rId4" Type="http://schemas.openxmlformats.org/officeDocument/2006/relationships/hyperlink" Target="https://www.dtnext.in/lifestyle/technology/indias-sarvam-ai-outperforms-global-peers-in-ocr-speech-models" TargetMode="Externa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9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440D96-BFFB-05BD-30ED-0352500CD0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20998" y="3305261"/>
            <a:ext cx="7349361" cy="2668819"/>
          </a:xfrm>
        </p:spPr>
        <p:txBody>
          <a:bodyPr/>
          <a:lstStyle/>
          <a:p>
            <a:r>
              <a:rPr lang="en-US" dirty="0"/>
              <a:t>Windows Device driver chatbot</a:t>
            </a:r>
            <a:br>
              <a:rPr lang="en-US" dirty="0"/>
            </a:br>
            <a:r>
              <a:rPr lang="en-US" sz="2000" dirty="0"/>
              <a:t>-Ajith </a:t>
            </a:r>
            <a:r>
              <a:rPr lang="en-US" sz="2000" dirty="0" err="1"/>
              <a:t>prabhakaran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453900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474D05E-8A36-8D9F-519E-DB514A69D8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315533"/>
            <a:ext cx="5181600" cy="2376868"/>
          </a:xfrm>
        </p:spPr>
        <p:txBody>
          <a:bodyPr/>
          <a:lstStyle/>
          <a:p>
            <a:r>
              <a:rPr lang="en-US" dirty="0"/>
              <a:t>Purpose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20C1E08-E337-110E-DB8E-41BA4A3341A1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914400" y="2844800"/>
            <a:ext cx="5181600" cy="3128963"/>
          </a:xfrm>
        </p:spPr>
        <p:txBody>
          <a:bodyPr/>
          <a:lstStyle/>
          <a:p>
            <a:r>
              <a:rPr lang="en-US" dirty="0"/>
              <a:t>AI assistant for </a:t>
            </a:r>
            <a:r>
              <a:rPr lang="en-US" b="1" dirty="0"/>
              <a:t>Windows Device Driver Development</a:t>
            </a:r>
            <a:r>
              <a:rPr lang="en-US" dirty="0"/>
              <a:t>, running </a:t>
            </a:r>
            <a:r>
              <a:rPr lang="en-US" b="1" dirty="0"/>
              <a:t>fully offline</a:t>
            </a:r>
            <a:r>
              <a:rPr lang="en-US" dirty="0"/>
              <a:t> on Windows. This will answer questions related to WDD architecture, API’s &amp; debugging tools. This can also demonstrate sample driver code generation if needed.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0255621-1D81-03E6-507B-CB20E070356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</p:spPr>
        <p:txBody>
          <a:bodyPr/>
          <a:lstStyle/>
          <a:p>
            <a:fld id="{B5CEABB6-07DC-46E8-9B57-56EC44A396E5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20594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36FD5F-786B-1974-5F47-94CA02CFA6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2580640"/>
            <a:ext cx="5181600" cy="3368819"/>
          </a:xfrm>
        </p:spPr>
        <p:txBody>
          <a:bodyPr/>
          <a:lstStyle/>
          <a:p>
            <a:r>
              <a:rPr lang="en-US" dirty="0"/>
              <a:t>technology overview</a:t>
            </a:r>
          </a:p>
        </p:txBody>
      </p:sp>
      <p:pic>
        <p:nvPicPr>
          <p:cNvPr id="20" name="Picture Placeholder 19">
            <a:extLst>
              <a:ext uri="{FF2B5EF4-FFF2-40B4-BE49-F238E27FC236}">
                <a16:creationId xmlns:a16="http://schemas.microsoft.com/office/drawing/2014/main" id="{102FC9E5-DF1C-6749-E40C-42936B9A2454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>
            <a:extLst>
              <a:ext uri="{837473B0-CC2E-450A-ABE3-18F120FF3D39}">
                <a1611:picAttrSrcUrl xmlns:a1611="http://schemas.microsoft.com/office/drawing/2016/11/main" r:id="rId4"/>
              </a:ext>
            </a:extLst>
          </a:blip>
          <a:srcRect l="24947" r="24947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42937429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8E4F0B-A6EB-861C-1C34-CAA9BDE478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architecture</a:t>
            </a:r>
            <a:r>
              <a:rPr lang="en-US" sz="3200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F97739-E0DF-24F3-7886-013A799A52C3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914399" y="2011363"/>
            <a:ext cx="8934276" cy="4155757"/>
          </a:xfrm>
        </p:spPr>
        <p:txBody>
          <a:bodyPr/>
          <a:lstStyle/>
          <a:p>
            <a:pPr marL="228600" indent="-22860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000" cap="none" dirty="0">
                <a:cs typeface="Calibri"/>
              </a:rPr>
              <a:t>Frontend		: Python desktop UI (Tkinter)</a:t>
            </a:r>
          </a:p>
          <a:p>
            <a:pPr marL="228600" indent="-22860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000" cap="none" dirty="0">
                <a:cs typeface="Calibri"/>
              </a:rPr>
              <a:t>Backend		: Python service layer (RAG pipeline)</a:t>
            </a:r>
          </a:p>
          <a:p>
            <a:pPr marL="228600" indent="-22860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000" cap="none" dirty="0">
                <a:cs typeface="Calibri"/>
              </a:rPr>
              <a:t>Inference Engine	: llama.cpp (CPU-based, no GPU dependency)</a:t>
            </a:r>
          </a:p>
          <a:p>
            <a:pPr marL="228600" indent="-22860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000" cap="none" dirty="0">
                <a:cs typeface="Calibri"/>
              </a:rPr>
              <a:t>Model			: Phi-3 Mini (4K context, quantized GGUF)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E0D061-7327-A55C-AF6A-A95C24DD8B7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0006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07575E-ACCC-88DC-81F8-D682D627EC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C6969F-4190-9796-9A25-9F03EA5C56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AI pipeline</a:t>
            </a:r>
            <a:r>
              <a:rPr lang="en-US" sz="3200" dirty="0"/>
              <a:t>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27140D-1801-8707-DCAA-CCB446A7F88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1BF8CA07-B03E-5023-9839-4189FC438241}"/>
              </a:ext>
            </a:extLst>
          </p:cNvPr>
          <p:cNvSpPr>
            <a:spLocks noGrp="1" noChangeArrowheads="1"/>
          </p:cNvSpPr>
          <p:nvPr>
            <p:ph sz="quarter" idx="10"/>
          </p:nvPr>
        </p:nvSpPr>
        <p:spPr bwMode="auto">
          <a:xfrm>
            <a:off x="914398" y="1619334"/>
            <a:ext cx="7717873" cy="49398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User Query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Intent Classification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	Small talk / driver-related / code generation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3.  Document Retrieval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	FAISS vector index (local embeddings)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4.  Prompt Construction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	Explanation or Code-focused prompts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5.  Local LLM Inference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	Executed via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llama-cli.exe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6.  Response Rendering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	Natural language or code output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85895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A92C99-CE82-4D31-3551-17C4EDB945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B8EF80-E55C-CDE9-2429-271A566E74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/>
              <a:t>Key technologies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59E973-9311-4CBA-A830-7CB0FD696DA4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marL="228600" indent="-22860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000" b="1" cap="none" dirty="0">
                <a:cs typeface="Calibri"/>
              </a:rPr>
              <a:t>LLM</a:t>
            </a:r>
            <a:r>
              <a:rPr lang="en-US" sz="2000" cap="none" dirty="0">
                <a:cs typeface="Calibri"/>
              </a:rPr>
              <a:t>			: Phi-3 Mini (Microsoft)</a:t>
            </a:r>
          </a:p>
          <a:p>
            <a:pPr marL="228600" indent="-22860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000" b="1" cap="none" dirty="0">
                <a:cs typeface="Calibri"/>
              </a:rPr>
              <a:t>Vector</a:t>
            </a:r>
            <a:r>
              <a:rPr lang="en-US" sz="2000" cap="none" dirty="0">
                <a:cs typeface="Calibri"/>
              </a:rPr>
              <a:t> </a:t>
            </a:r>
            <a:r>
              <a:rPr lang="en-US" sz="2000" b="1" cap="none" dirty="0">
                <a:cs typeface="Calibri"/>
              </a:rPr>
              <a:t>Store</a:t>
            </a:r>
            <a:r>
              <a:rPr lang="en-US" sz="2000" cap="none" dirty="0">
                <a:cs typeface="Calibri"/>
              </a:rPr>
              <a:t>		: FAISS</a:t>
            </a:r>
          </a:p>
          <a:p>
            <a:pPr marL="228600" indent="-22860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000" b="1" cap="none" dirty="0">
                <a:cs typeface="Calibri"/>
              </a:rPr>
              <a:t>Embeddings</a:t>
            </a:r>
            <a:r>
              <a:rPr lang="en-US" sz="2000" cap="none" dirty="0">
                <a:cs typeface="Calibri"/>
              </a:rPr>
              <a:t>		: Hugging Face (local)</a:t>
            </a:r>
          </a:p>
          <a:p>
            <a:pPr marL="228600" indent="-22860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000" b="1" cap="none" dirty="0">
                <a:cs typeface="Calibri"/>
              </a:rPr>
              <a:t>LLM</a:t>
            </a:r>
            <a:r>
              <a:rPr lang="en-US" sz="2000" cap="none" dirty="0">
                <a:cs typeface="Calibri"/>
              </a:rPr>
              <a:t> </a:t>
            </a:r>
            <a:r>
              <a:rPr lang="en-US" sz="2000" b="1" cap="none" dirty="0">
                <a:cs typeface="Calibri"/>
              </a:rPr>
              <a:t>Orchestration</a:t>
            </a:r>
            <a:r>
              <a:rPr lang="en-US" sz="2000" cap="none" dirty="0">
                <a:cs typeface="Calibri"/>
              </a:rPr>
              <a:t>	: LlamaIndex</a:t>
            </a:r>
          </a:p>
          <a:p>
            <a:pPr marL="228600" indent="-22860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000" b="1" cap="none" dirty="0">
                <a:cs typeface="Calibri"/>
              </a:rPr>
              <a:t>Packaging</a:t>
            </a:r>
            <a:r>
              <a:rPr lang="en-US" sz="2000" cap="none" dirty="0">
                <a:cs typeface="Calibri"/>
              </a:rPr>
              <a:t>		: PyInstaller (offline Windows EXE)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EFA32E-1B58-E416-B0FF-5242151DFEE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72066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808221-C29B-07A3-B569-B8B466B102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0" y="375285"/>
            <a:ext cx="4896678" cy="3624984"/>
          </a:xfrm>
        </p:spPr>
        <p:txBody>
          <a:bodyPr/>
          <a:lstStyle/>
          <a:p>
            <a:r>
              <a:rPr lang="en-US" dirty="0"/>
              <a:t>Tool benefits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BEA7D4-8B96-5A0E-252E-6B8E8B1CF178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6096000" y="4172990"/>
            <a:ext cx="4896677" cy="2309726"/>
          </a:xfrm>
        </p:spPr>
        <p:txBody>
          <a:bodyPr/>
          <a:lstStyle/>
          <a:p>
            <a:r>
              <a:rPr lang="en-US" noProof="1"/>
              <a:t>Why this matters</a:t>
            </a:r>
          </a:p>
        </p:txBody>
      </p:sp>
      <p:pic>
        <p:nvPicPr>
          <p:cNvPr id="8" name="Picture Placeholder 7">
            <a:extLst>
              <a:ext uri="{FF2B5EF4-FFF2-40B4-BE49-F238E27FC236}">
                <a16:creationId xmlns:a16="http://schemas.microsoft.com/office/drawing/2014/main" id="{AB353C36-3384-A4CC-BA19-76FBD81039FE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3">
            <a:extLst>
              <a:ext uri="{837473B0-CC2E-450A-ABE3-18F120FF3D39}">
                <a1611:picAttrSrcUrl xmlns:a1611="http://schemas.microsoft.com/office/drawing/2016/11/main" r:id="rId4"/>
              </a:ext>
            </a:extLst>
          </a:blip>
          <a:srcRect l="26667" r="26667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17604174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92D586-3F7C-3202-E4F4-1F65B9A7D4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399" y="365125"/>
            <a:ext cx="10363201" cy="1629601"/>
          </a:xfrm>
        </p:spPr>
        <p:txBody>
          <a:bodyPr/>
          <a:lstStyle/>
          <a:p>
            <a:r>
              <a:rPr lang="en-US" dirty="0"/>
              <a:t>Security &amp; deployment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5DADF2-8E4D-6C0E-0FA2-C5228AF29C1D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914399" y="2022250"/>
            <a:ext cx="4992709" cy="3747180"/>
          </a:xfrm>
        </p:spPr>
        <p:txBody>
          <a:bodyPr/>
          <a:lstStyle/>
          <a:p>
            <a:r>
              <a:rPr lang="en-US" noProof="1"/>
              <a:t>✅ 100% Offline (no cloud calls)</a:t>
            </a:r>
          </a:p>
          <a:p>
            <a:r>
              <a:rPr lang="en-US" noProof="1"/>
              <a:t>✅ No source code exposure</a:t>
            </a:r>
          </a:p>
          <a:p>
            <a:r>
              <a:rPr lang="en-US" noProof="1"/>
              <a:t>✅ No data leaves machine</a:t>
            </a:r>
          </a:p>
          <a:p>
            <a:r>
              <a:rPr lang="en-US" noProof="1"/>
              <a:t>✅ Portable EXE distribution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D4FFC83-A1E8-FCEA-2C47-38C5ADAEA1C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</p:spPr>
        <p:txBody>
          <a:bodyPr/>
          <a:lstStyle/>
          <a:p>
            <a:fld id="{B5CEABB6-07DC-46E8-9B57-56EC44A396E5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04034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094EE1-95DC-0E58-FEB5-3DBD297C11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3F4DAB-C155-1A28-5C3B-96D0999452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399" y="365125"/>
            <a:ext cx="10363201" cy="1629601"/>
          </a:xfrm>
        </p:spPr>
        <p:txBody>
          <a:bodyPr/>
          <a:lstStyle/>
          <a:p>
            <a:r>
              <a:rPr lang="en-US" dirty="0"/>
              <a:t>Why this?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BD927E-9F57-3DCE-449D-07EF6468652C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914399" y="2022250"/>
            <a:ext cx="7340601" cy="3747180"/>
          </a:xfrm>
        </p:spPr>
        <p:txBody>
          <a:bodyPr/>
          <a:lstStyle/>
          <a:p>
            <a:r>
              <a:rPr lang="en-US" noProof="1"/>
              <a:t>Works in restricted corporate environments</a:t>
            </a:r>
          </a:p>
          <a:p>
            <a:r>
              <a:rPr lang="en-US" noProof="1"/>
              <a:t>No internet / API keys / GPUs required</a:t>
            </a:r>
          </a:p>
          <a:p>
            <a:r>
              <a:rPr lang="en-US" noProof="1"/>
              <a:t>Fast, deterministic, reproducible responses</a:t>
            </a:r>
          </a:p>
          <a:p>
            <a:r>
              <a:rPr lang="en-US" noProof="1"/>
              <a:t>Tailored specifically for Windows driver engineers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A0B4A36-5561-C538-D972-BF552C3916C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</p:spPr>
        <p:txBody>
          <a:bodyPr/>
          <a:lstStyle/>
          <a:p>
            <a:fld id="{B5CEABB6-07DC-46E8-9B57-56EC44A396E5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12654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77B52831-0916-294C-0ACB-9774B9805D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4151" r="18577"/>
          <a:stretch/>
        </p:blipFill>
        <p:spPr>
          <a:xfrm flipH="1">
            <a:off x="0" y="0"/>
            <a:ext cx="5181600" cy="6858000"/>
          </a:xfrm>
          <a:prstGeom prst="rect">
            <a:avLst/>
          </a:prstGeom>
        </p:spPr>
      </p:pic>
      <p:sp>
        <p:nvSpPr>
          <p:cNvPr id="7" name="Title 6">
            <a:extLst>
              <a:ext uri="{FF2B5EF4-FFF2-40B4-BE49-F238E27FC236}">
                <a16:creationId xmlns:a16="http://schemas.microsoft.com/office/drawing/2014/main" id="{E82E216E-9EE0-9D3F-D692-083F575A3D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1515" y="374090"/>
            <a:ext cx="5057104" cy="3624984"/>
          </a:xfrm>
        </p:spPr>
        <p:txBody>
          <a:bodyPr/>
          <a:lstStyle/>
          <a:p>
            <a:r>
              <a:rPr lang="en-US" dirty="0"/>
              <a:t>Thank you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1F398FDD-E639-CF6A-B875-443655F2B3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1514" y="4172989"/>
            <a:ext cx="5057103" cy="2519363"/>
          </a:xfrm>
        </p:spPr>
        <p:txBody>
          <a:bodyPr/>
          <a:lstStyle/>
          <a:p>
            <a:r>
              <a:rPr lang="en-US" dirty="0"/>
              <a:t>AJITH PRABHAKARAN</a:t>
            </a:r>
          </a:p>
        </p:txBody>
      </p:sp>
    </p:spTree>
    <p:extLst>
      <p:ext uri="{BB962C8B-B14F-4D97-AF65-F5344CB8AC3E}">
        <p14:creationId xmlns:p14="http://schemas.microsoft.com/office/powerpoint/2010/main" val="769932640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149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E9E6DF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56">
      <a:majorFont>
        <a:latin typeface="Tenorite"/>
        <a:ea typeface=""/>
        <a:cs typeface=""/>
      </a:majorFont>
      <a:minorFont>
        <a:latin typeface="Tenorit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22318419_win32_SL_V9" id="{8502042B-488E-4F33-AD20-77B40A1BC1AA}" vid="{A90C26AF-23CA-48C5-BFF9-84DC7B1C917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B7B39BD0-040C-43BE-B0E4-512B09E8003F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622457D9-12AC-4794-A05E-F1B90FCD8DA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AB045227-5724-4DBF-9712-031B1BFB2C3C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Minimalist sales pitch</Template>
  <TotalTime>38</TotalTime>
  <Words>277</Words>
  <Application>Microsoft Office PowerPoint</Application>
  <PresentationFormat>Widescreen</PresentationFormat>
  <Paragraphs>57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Tenorite</vt:lpstr>
      <vt:lpstr>Custom</vt:lpstr>
      <vt:lpstr>Windows Device driver chatbot -Ajith prabhakaran</vt:lpstr>
      <vt:lpstr>Purpose</vt:lpstr>
      <vt:lpstr>technology overview</vt:lpstr>
      <vt:lpstr>architecture </vt:lpstr>
      <vt:lpstr>AI pipeline </vt:lpstr>
      <vt:lpstr>Key technologies</vt:lpstr>
      <vt:lpstr>Tool benefits</vt:lpstr>
      <vt:lpstr>Security &amp; deployment</vt:lpstr>
      <vt:lpstr>Why this?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Ajith Prabhakaran</dc:creator>
  <cp:lastModifiedBy>Ajith Prabhakaran</cp:lastModifiedBy>
  <cp:revision>1</cp:revision>
  <dcterms:created xsi:type="dcterms:W3CDTF">2026-02-14T06:35:39Z</dcterms:created>
  <dcterms:modified xsi:type="dcterms:W3CDTF">2026-02-14T07:14:02Z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